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2399288" cy="43200638"/>
  <p:notesSz cx="6858000" cy="9144000"/>
  <p:defaultTextStyle>
    <a:defPPr>
      <a:defRPr lang="es-ES"/>
    </a:defPPr>
    <a:lvl1pPr marL="0" algn="l" defTabSz="415586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77932" algn="l" defTabSz="415586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55865" algn="l" defTabSz="415586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33797" algn="l" defTabSz="415586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11730" algn="l" defTabSz="415586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389662" algn="l" defTabSz="415586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467593" algn="l" defTabSz="415586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545527" algn="l" defTabSz="415586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623458" algn="l" defTabSz="415586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102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EAB"/>
    <a:srgbClr val="FF7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38" autoAdjust="0"/>
  </p:normalViewPr>
  <p:slideViewPr>
    <p:cSldViewPr>
      <p:cViewPr>
        <p:scale>
          <a:sx n="30" d="100"/>
          <a:sy n="30" d="100"/>
        </p:scale>
        <p:origin x="336" y="552"/>
      </p:cViewPr>
      <p:guideLst>
        <p:guide orient="horz" pos="13607"/>
        <p:guide pos="102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429948" y="13420201"/>
            <a:ext cx="27539396" cy="92601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859895" y="24480363"/>
            <a:ext cx="22679501" cy="110401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03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606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409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212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016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6819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962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42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0350B-0871-4D39-81E9-0473CE63B49D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FF49B-CA24-4280-BE04-7F71C2F540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720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0350B-0871-4D39-81E9-0473CE63B49D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FF49B-CA24-4280-BE04-7F71C2F540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426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9322" y="27760413"/>
            <a:ext cx="27539396" cy="8580127"/>
          </a:xfrm>
        </p:spPr>
        <p:txBody>
          <a:bodyPr anchor="t"/>
          <a:lstStyle>
            <a:lvl1pPr algn="l">
              <a:defRPr sz="19973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559322" y="18310278"/>
            <a:ext cx="27539396" cy="9450135"/>
          </a:xfrm>
        </p:spPr>
        <p:txBody>
          <a:bodyPr anchor="b"/>
          <a:lstStyle>
            <a:lvl1pPr marL="0" indent="0">
              <a:buNone/>
              <a:defRPr sz="9877">
                <a:solidFill>
                  <a:schemeClr val="tx1">
                    <a:tint val="75000"/>
                  </a:schemeClr>
                </a:solidFill>
              </a:defRPr>
            </a:lvl1pPr>
            <a:lvl2pPr marL="2280323" indent="0">
              <a:buNone/>
              <a:defRPr sz="8999">
                <a:solidFill>
                  <a:schemeClr val="tx1">
                    <a:tint val="75000"/>
                  </a:schemeClr>
                </a:solidFill>
              </a:defRPr>
            </a:lvl2pPr>
            <a:lvl3pPr marL="4560646" indent="0">
              <a:buNone/>
              <a:defRPr sz="7901">
                <a:solidFill>
                  <a:schemeClr val="tx1">
                    <a:tint val="75000"/>
                  </a:schemeClr>
                </a:solidFill>
              </a:defRPr>
            </a:lvl3pPr>
            <a:lvl4pPr marL="6840969" indent="0">
              <a:buNone/>
              <a:defRPr sz="7023">
                <a:solidFill>
                  <a:schemeClr val="tx1">
                    <a:tint val="75000"/>
                  </a:schemeClr>
                </a:solidFill>
              </a:defRPr>
            </a:lvl4pPr>
            <a:lvl5pPr marL="9121293" indent="0">
              <a:buNone/>
              <a:defRPr sz="7023">
                <a:solidFill>
                  <a:schemeClr val="tx1">
                    <a:tint val="75000"/>
                  </a:schemeClr>
                </a:solidFill>
              </a:defRPr>
            </a:lvl5pPr>
            <a:lvl6pPr marL="11401615" indent="0">
              <a:buNone/>
              <a:defRPr sz="7023">
                <a:solidFill>
                  <a:schemeClr val="tx1">
                    <a:tint val="75000"/>
                  </a:schemeClr>
                </a:solidFill>
              </a:defRPr>
            </a:lvl6pPr>
            <a:lvl7pPr marL="13681937" indent="0">
              <a:buNone/>
              <a:defRPr sz="7023">
                <a:solidFill>
                  <a:schemeClr val="tx1">
                    <a:tint val="75000"/>
                  </a:schemeClr>
                </a:solidFill>
              </a:defRPr>
            </a:lvl7pPr>
            <a:lvl8pPr marL="15962261" indent="0">
              <a:buNone/>
              <a:defRPr sz="7023">
                <a:solidFill>
                  <a:schemeClr val="tx1">
                    <a:tint val="75000"/>
                  </a:schemeClr>
                </a:solidFill>
              </a:defRPr>
            </a:lvl8pPr>
            <a:lvl9pPr marL="18242583" indent="0">
              <a:buNone/>
              <a:defRPr sz="70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0350B-0871-4D39-81E9-0473CE63B49D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FF49B-CA24-4280-BE04-7F71C2F540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329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2677441" y="31220460"/>
            <a:ext cx="23832602" cy="88291308"/>
          </a:xfrm>
        </p:spPr>
        <p:txBody>
          <a:bodyPr/>
          <a:lstStyle>
            <a:lvl1pPr>
              <a:defRPr sz="14047"/>
            </a:lvl1pPr>
            <a:lvl2pPr>
              <a:defRPr sz="12071"/>
            </a:lvl2pPr>
            <a:lvl3pPr>
              <a:defRPr sz="9877"/>
            </a:lvl3pPr>
            <a:lvl4pPr>
              <a:defRPr sz="8999"/>
            </a:lvl4pPr>
            <a:lvl5pPr>
              <a:defRPr sz="8999"/>
            </a:lvl5pPr>
            <a:lvl6pPr>
              <a:defRPr sz="8999"/>
            </a:lvl6pPr>
            <a:lvl7pPr>
              <a:defRPr sz="8999"/>
            </a:lvl7pPr>
            <a:lvl8pPr>
              <a:defRPr sz="8999"/>
            </a:lvl8pPr>
            <a:lvl9pPr>
              <a:defRPr sz="8999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27050034" y="31220460"/>
            <a:ext cx="23838226" cy="88291308"/>
          </a:xfrm>
        </p:spPr>
        <p:txBody>
          <a:bodyPr/>
          <a:lstStyle>
            <a:lvl1pPr>
              <a:defRPr sz="14047"/>
            </a:lvl1pPr>
            <a:lvl2pPr>
              <a:defRPr sz="12071"/>
            </a:lvl2pPr>
            <a:lvl3pPr>
              <a:defRPr sz="9877"/>
            </a:lvl3pPr>
            <a:lvl4pPr>
              <a:defRPr sz="8999"/>
            </a:lvl4pPr>
            <a:lvl5pPr>
              <a:defRPr sz="8999"/>
            </a:lvl5pPr>
            <a:lvl6pPr>
              <a:defRPr sz="8999"/>
            </a:lvl6pPr>
            <a:lvl7pPr>
              <a:defRPr sz="8999"/>
            </a:lvl7pPr>
            <a:lvl8pPr>
              <a:defRPr sz="8999"/>
            </a:lvl8pPr>
            <a:lvl9pPr>
              <a:defRPr sz="8999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0350B-0871-4D39-81E9-0473CE63B49D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FF49B-CA24-4280-BE04-7F71C2F540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5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19966" y="1730030"/>
            <a:ext cx="29159360" cy="7200107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19966" y="9670147"/>
            <a:ext cx="14315312" cy="4030057"/>
          </a:xfrm>
        </p:spPr>
        <p:txBody>
          <a:bodyPr anchor="b"/>
          <a:lstStyle>
            <a:lvl1pPr marL="0" indent="0">
              <a:buNone/>
              <a:defRPr sz="12071" b="1"/>
            </a:lvl1pPr>
            <a:lvl2pPr marL="2280323" indent="0">
              <a:buNone/>
              <a:defRPr sz="9877" b="1"/>
            </a:lvl2pPr>
            <a:lvl3pPr marL="4560646" indent="0">
              <a:buNone/>
              <a:defRPr sz="8999" b="1"/>
            </a:lvl3pPr>
            <a:lvl4pPr marL="6840969" indent="0">
              <a:buNone/>
              <a:defRPr sz="7901" b="1"/>
            </a:lvl4pPr>
            <a:lvl5pPr marL="9121293" indent="0">
              <a:buNone/>
              <a:defRPr sz="7901" b="1"/>
            </a:lvl5pPr>
            <a:lvl6pPr marL="11401615" indent="0">
              <a:buNone/>
              <a:defRPr sz="7901" b="1"/>
            </a:lvl6pPr>
            <a:lvl7pPr marL="13681937" indent="0">
              <a:buNone/>
              <a:defRPr sz="7901" b="1"/>
            </a:lvl7pPr>
            <a:lvl8pPr marL="15962261" indent="0">
              <a:buNone/>
              <a:defRPr sz="7901" b="1"/>
            </a:lvl8pPr>
            <a:lvl9pPr marL="18242583" indent="0">
              <a:buNone/>
              <a:defRPr sz="7901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619966" y="13700204"/>
            <a:ext cx="14315312" cy="24890371"/>
          </a:xfrm>
        </p:spPr>
        <p:txBody>
          <a:bodyPr/>
          <a:lstStyle>
            <a:lvl1pPr>
              <a:defRPr sz="12071"/>
            </a:lvl1pPr>
            <a:lvl2pPr>
              <a:defRPr sz="9877"/>
            </a:lvl2pPr>
            <a:lvl3pPr>
              <a:defRPr sz="8999"/>
            </a:lvl3pPr>
            <a:lvl4pPr>
              <a:defRPr sz="7901"/>
            </a:lvl4pPr>
            <a:lvl5pPr>
              <a:defRPr sz="7901"/>
            </a:lvl5pPr>
            <a:lvl6pPr>
              <a:defRPr sz="7901"/>
            </a:lvl6pPr>
            <a:lvl7pPr>
              <a:defRPr sz="7901"/>
            </a:lvl7pPr>
            <a:lvl8pPr>
              <a:defRPr sz="7901"/>
            </a:lvl8pPr>
            <a:lvl9pPr>
              <a:defRPr sz="7901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16458393" y="9670147"/>
            <a:ext cx="14320935" cy="4030057"/>
          </a:xfrm>
        </p:spPr>
        <p:txBody>
          <a:bodyPr anchor="b"/>
          <a:lstStyle>
            <a:lvl1pPr marL="0" indent="0">
              <a:buNone/>
              <a:defRPr sz="12071" b="1"/>
            </a:lvl1pPr>
            <a:lvl2pPr marL="2280323" indent="0">
              <a:buNone/>
              <a:defRPr sz="9877" b="1"/>
            </a:lvl2pPr>
            <a:lvl3pPr marL="4560646" indent="0">
              <a:buNone/>
              <a:defRPr sz="8999" b="1"/>
            </a:lvl3pPr>
            <a:lvl4pPr marL="6840969" indent="0">
              <a:buNone/>
              <a:defRPr sz="7901" b="1"/>
            </a:lvl4pPr>
            <a:lvl5pPr marL="9121293" indent="0">
              <a:buNone/>
              <a:defRPr sz="7901" b="1"/>
            </a:lvl5pPr>
            <a:lvl6pPr marL="11401615" indent="0">
              <a:buNone/>
              <a:defRPr sz="7901" b="1"/>
            </a:lvl6pPr>
            <a:lvl7pPr marL="13681937" indent="0">
              <a:buNone/>
              <a:defRPr sz="7901" b="1"/>
            </a:lvl7pPr>
            <a:lvl8pPr marL="15962261" indent="0">
              <a:buNone/>
              <a:defRPr sz="7901" b="1"/>
            </a:lvl8pPr>
            <a:lvl9pPr marL="18242583" indent="0">
              <a:buNone/>
              <a:defRPr sz="7901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16458393" y="13700204"/>
            <a:ext cx="14320935" cy="24890371"/>
          </a:xfrm>
        </p:spPr>
        <p:txBody>
          <a:bodyPr/>
          <a:lstStyle>
            <a:lvl1pPr>
              <a:defRPr sz="12071"/>
            </a:lvl1pPr>
            <a:lvl2pPr>
              <a:defRPr sz="9877"/>
            </a:lvl2pPr>
            <a:lvl3pPr>
              <a:defRPr sz="8999"/>
            </a:lvl3pPr>
            <a:lvl4pPr>
              <a:defRPr sz="7901"/>
            </a:lvl4pPr>
            <a:lvl5pPr>
              <a:defRPr sz="7901"/>
            </a:lvl5pPr>
            <a:lvl6pPr>
              <a:defRPr sz="7901"/>
            </a:lvl6pPr>
            <a:lvl7pPr>
              <a:defRPr sz="7901"/>
            </a:lvl7pPr>
            <a:lvl8pPr>
              <a:defRPr sz="7901"/>
            </a:lvl8pPr>
            <a:lvl9pPr>
              <a:defRPr sz="7901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0350B-0871-4D39-81E9-0473CE63B49D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FF49B-CA24-4280-BE04-7F71C2F540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614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0350B-0871-4D39-81E9-0473CE63B49D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FF49B-CA24-4280-BE04-7F71C2F540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4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0350B-0871-4D39-81E9-0473CE63B49D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FF49B-CA24-4280-BE04-7F71C2F540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1186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19966" y="1720025"/>
            <a:ext cx="10659143" cy="7320108"/>
          </a:xfrm>
        </p:spPr>
        <p:txBody>
          <a:bodyPr anchor="b"/>
          <a:lstStyle>
            <a:lvl1pPr algn="l">
              <a:defRPr sz="987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667224" y="1720029"/>
            <a:ext cx="18112101" cy="36870548"/>
          </a:xfrm>
        </p:spPr>
        <p:txBody>
          <a:bodyPr/>
          <a:lstStyle>
            <a:lvl1pPr>
              <a:defRPr sz="16022"/>
            </a:lvl1pPr>
            <a:lvl2pPr>
              <a:defRPr sz="14047"/>
            </a:lvl2pPr>
            <a:lvl3pPr>
              <a:defRPr sz="12071"/>
            </a:lvl3pPr>
            <a:lvl4pPr>
              <a:defRPr sz="9877"/>
            </a:lvl4pPr>
            <a:lvl5pPr>
              <a:defRPr sz="9877"/>
            </a:lvl5pPr>
            <a:lvl6pPr>
              <a:defRPr sz="9877"/>
            </a:lvl6pPr>
            <a:lvl7pPr>
              <a:defRPr sz="9877"/>
            </a:lvl7pPr>
            <a:lvl8pPr>
              <a:defRPr sz="9877"/>
            </a:lvl8pPr>
            <a:lvl9pPr>
              <a:defRPr sz="9877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619966" y="9040138"/>
            <a:ext cx="10659143" cy="29550440"/>
          </a:xfrm>
        </p:spPr>
        <p:txBody>
          <a:bodyPr/>
          <a:lstStyle>
            <a:lvl1pPr marL="0" indent="0">
              <a:buNone/>
              <a:defRPr sz="7023"/>
            </a:lvl1pPr>
            <a:lvl2pPr marL="2280323" indent="0">
              <a:buNone/>
              <a:defRPr sz="5926"/>
            </a:lvl2pPr>
            <a:lvl3pPr marL="4560646" indent="0">
              <a:buNone/>
              <a:defRPr sz="5048"/>
            </a:lvl3pPr>
            <a:lvl4pPr marL="6840969" indent="0">
              <a:buNone/>
              <a:defRPr sz="4390"/>
            </a:lvl4pPr>
            <a:lvl5pPr marL="9121293" indent="0">
              <a:buNone/>
              <a:defRPr sz="4390"/>
            </a:lvl5pPr>
            <a:lvl6pPr marL="11401615" indent="0">
              <a:buNone/>
              <a:defRPr sz="4390"/>
            </a:lvl6pPr>
            <a:lvl7pPr marL="13681937" indent="0">
              <a:buNone/>
              <a:defRPr sz="4390"/>
            </a:lvl7pPr>
            <a:lvl8pPr marL="15962261" indent="0">
              <a:buNone/>
              <a:defRPr sz="4390"/>
            </a:lvl8pPr>
            <a:lvl9pPr marL="18242583" indent="0">
              <a:buNone/>
              <a:defRPr sz="439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0350B-0871-4D39-81E9-0473CE63B49D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FF49B-CA24-4280-BE04-7F71C2F540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8917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50487" y="30240447"/>
            <a:ext cx="19439573" cy="3570055"/>
          </a:xfrm>
        </p:spPr>
        <p:txBody>
          <a:bodyPr anchor="b"/>
          <a:lstStyle>
            <a:lvl1pPr algn="l">
              <a:defRPr sz="987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350487" y="3860056"/>
            <a:ext cx="19439573" cy="25920383"/>
          </a:xfrm>
        </p:spPr>
        <p:txBody>
          <a:bodyPr/>
          <a:lstStyle>
            <a:lvl1pPr marL="0" indent="0">
              <a:buNone/>
              <a:defRPr sz="16022"/>
            </a:lvl1pPr>
            <a:lvl2pPr marL="2280323" indent="0">
              <a:buNone/>
              <a:defRPr sz="14047"/>
            </a:lvl2pPr>
            <a:lvl3pPr marL="4560646" indent="0">
              <a:buNone/>
              <a:defRPr sz="12071"/>
            </a:lvl3pPr>
            <a:lvl4pPr marL="6840969" indent="0">
              <a:buNone/>
              <a:defRPr sz="9877"/>
            </a:lvl4pPr>
            <a:lvl5pPr marL="9121293" indent="0">
              <a:buNone/>
              <a:defRPr sz="9877"/>
            </a:lvl5pPr>
            <a:lvl6pPr marL="11401615" indent="0">
              <a:buNone/>
              <a:defRPr sz="9877"/>
            </a:lvl6pPr>
            <a:lvl7pPr marL="13681937" indent="0">
              <a:buNone/>
              <a:defRPr sz="9877"/>
            </a:lvl7pPr>
            <a:lvl8pPr marL="15962261" indent="0">
              <a:buNone/>
              <a:defRPr sz="9877"/>
            </a:lvl8pPr>
            <a:lvl9pPr marL="18242583" indent="0">
              <a:buNone/>
              <a:defRPr sz="9877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350487" y="33810504"/>
            <a:ext cx="19439573" cy="5070071"/>
          </a:xfrm>
        </p:spPr>
        <p:txBody>
          <a:bodyPr/>
          <a:lstStyle>
            <a:lvl1pPr marL="0" indent="0">
              <a:buNone/>
              <a:defRPr sz="7023"/>
            </a:lvl1pPr>
            <a:lvl2pPr marL="2280323" indent="0">
              <a:buNone/>
              <a:defRPr sz="5926"/>
            </a:lvl2pPr>
            <a:lvl3pPr marL="4560646" indent="0">
              <a:buNone/>
              <a:defRPr sz="5048"/>
            </a:lvl3pPr>
            <a:lvl4pPr marL="6840969" indent="0">
              <a:buNone/>
              <a:defRPr sz="4390"/>
            </a:lvl4pPr>
            <a:lvl5pPr marL="9121293" indent="0">
              <a:buNone/>
              <a:defRPr sz="4390"/>
            </a:lvl5pPr>
            <a:lvl6pPr marL="11401615" indent="0">
              <a:buNone/>
              <a:defRPr sz="4390"/>
            </a:lvl6pPr>
            <a:lvl7pPr marL="13681937" indent="0">
              <a:buNone/>
              <a:defRPr sz="4390"/>
            </a:lvl7pPr>
            <a:lvl8pPr marL="15962261" indent="0">
              <a:buNone/>
              <a:defRPr sz="4390"/>
            </a:lvl8pPr>
            <a:lvl9pPr marL="18242583" indent="0">
              <a:buNone/>
              <a:defRPr sz="439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0350B-0871-4D39-81E9-0473CE63B49D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FF49B-CA24-4280-BE04-7F71C2F540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3396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0350B-0871-4D39-81E9-0473CE63B49D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FF49B-CA24-4280-BE04-7F71C2F540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368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38839775" y="5360082"/>
            <a:ext cx="12048485" cy="11415168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2677441" y="5360082"/>
            <a:ext cx="35622343" cy="114151689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0350B-0871-4D39-81E9-0473CE63B49D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FF49B-CA24-4280-BE04-7F71C2F540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619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1619966" y="1730030"/>
            <a:ext cx="29159360" cy="7200107"/>
          </a:xfrm>
          <a:prstGeom prst="rect">
            <a:avLst/>
          </a:prstGeom>
        </p:spPr>
        <p:txBody>
          <a:bodyPr vert="horz" lIns="415587" tIns="207794" rIns="415587" bIns="207794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19966" y="10080153"/>
            <a:ext cx="29159360" cy="28510424"/>
          </a:xfrm>
          <a:prstGeom prst="rect">
            <a:avLst/>
          </a:prstGeom>
        </p:spPr>
        <p:txBody>
          <a:bodyPr vert="horz" lIns="415587" tIns="207794" rIns="415587" bIns="207794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1619965" y="40040596"/>
            <a:ext cx="7559834" cy="2300034"/>
          </a:xfrm>
          <a:prstGeom prst="rect">
            <a:avLst/>
          </a:prstGeom>
        </p:spPr>
        <p:txBody>
          <a:bodyPr vert="horz" lIns="415587" tIns="207794" rIns="415587" bIns="207794" rtlCol="0" anchor="ctr"/>
          <a:lstStyle>
            <a:lvl1pPr algn="l">
              <a:defRPr sz="59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C0350B-0871-4D39-81E9-0473CE63B49D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11069757" y="40040596"/>
            <a:ext cx="10259775" cy="2300034"/>
          </a:xfrm>
          <a:prstGeom prst="rect">
            <a:avLst/>
          </a:prstGeom>
        </p:spPr>
        <p:txBody>
          <a:bodyPr vert="horz" lIns="415587" tIns="207794" rIns="415587" bIns="207794" rtlCol="0" anchor="ctr"/>
          <a:lstStyle>
            <a:lvl1pPr algn="ctr">
              <a:defRPr sz="59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23219491" y="40040596"/>
            <a:ext cx="7559834" cy="2300034"/>
          </a:xfrm>
          <a:prstGeom prst="rect">
            <a:avLst/>
          </a:prstGeom>
        </p:spPr>
        <p:txBody>
          <a:bodyPr vert="horz" lIns="415587" tIns="207794" rIns="415587" bIns="207794" rtlCol="0" anchor="ctr"/>
          <a:lstStyle>
            <a:lvl1pPr algn="r">
              <a:defRPr sz="59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FF49B-CA24-4280-BE04-7F71C2F5403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8738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60646" rtl="0" eaLnBrk="1" latinLnBrk="0" hangingPunct="1">
        <a:spcBef>
          <a:spcPct val="0"/>
        </a:spcBef>
        <a:buNone/>
        <a:defRPr sz="219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0243" indent="-1710243" algn="l" defTabSz="4560646" rtl="0" eaLnBrk="1" latinLnBrk="0" hangingPunct="1">
        <a:spcBef>
          <a:spcPct val="20000"/>
        </a:spcBef>
        <a:buFont typeface="Arial" pitchFamily="34" charset="0"/>
        <a:buChar char="•"/>
        <a:defRPr sz="16022" kern="1200">
          <a:solidFill>
            <a:schemeClr val="tx1"/>
          </a:solidFill>
          <a:latin typeface="+mn-lt"/>
          <a:ea typeface="+mn-ea"/>
          <a:cs typeface="+mn-cs"/>
        </a:defRPr>
      </a:lvl1pPr>
      <a:lvl2pPr marL="3705524" indent="-1425202" algn="l" defTabSz="4560646" rtl="0" eaLnBrk="1" latinLnBrk="0" hangingPunct="1">
        <a:spcBef>
          <a:spcPct val="20000"/>
        </a:spcBef>
        <a:buFont typeface="Arial" pitchFamily="34" charset="0"/>
        <a:buChar char="–"/>
        <a:defRPr sz="14047" kern="1200">
          <a:solidFill>
            <a:schemeClr val="tx1"/>
          </a:solidFill>
          <a:latin typeface="+mn-lt"/>
          <a:ea typeface="+mn-ea"/>
          <a:cs typeface="+mn-cs"/>
        </a:defRPr>
      </a:lvl2pPr>
      <a:lvl3pPr marL="5700808" indent="-1140161" algn="l" defTabSz="4560646" rtl="0" eaLnBrk="1" latinLnBrk="0" hangingPunct="1">
        <a:spcBef>
          <a:spcPct val="20000"/>
        </a:spcBef>
        <a:buFont typeface="Arial" pitchFamily="34" charset="0"/>
        <a:buChar char="•"/>
        <a:defRPr sz="12071" kern="1200">
          <a:solidFill>
            <a:schemeClr val="tx1"/>
          </a:solidFill>
          <a:latin typeface="+mn-lt"/>
          <a:ea typeface="+mn-ea"/>
          <a:cs typeface="+mn-cs"/>
        </a:defRPr>
      </a:lvl3pPr>
      <a:lvl4pPr marL="7981129" indent="-1140161" algn="l" defTabSz="4560646" rtl="0" eaLnBrk="1" latinLnBrk="0" hangingPunct="1">
        <a:spcBef>
          <a:spcPct val="20000"/>
        </a:spcBef>
        <a:buFont typeface="Arial" pitchFamily="34" charset="0"/>
        <a:buChar char="–"/>
        <a:defRPr sz="9877" kern="1200">
          <a:solidFill>
            <a:schemeClr val="tx1"/>
          </a:solidFill>
          <a:latin typeface="+mn-lt"/>
          <a:ea typeface="+mn-ea"/>
          <a:cs typeface="+mn-cs"/>
        </a:defRPr>
      </a:lvl4pPr>
      <a:lvl5pPr marL="10261454" indent="-1140161" algn="l" defTabSz="4560646" rtl="0" eaLnBrk="1" latinLnBrk="0" hangingPunct="1">
        <a:spcBef>
          <a:spcPct val="20000"/>
        </a:spcBef>
        <a:buFont typeface="Arial" pitchFamily="34" charset="0"/>
        <a:buChar char="»"/>
        <a:defRPr sz="9877" kern="1200">
          <a:solidFill>
            <a:schemeClr val="tx1"/>
          </a:solidFill>
          <a:latin typeface="+mn-lt"/>
          <a:ea typeface="+mn-ea"/>
          <a:cs typeface="+mn-cs"/>
        </a:defRPr>
      </a:lvl5pPr>
      <a:lvl6pPr marL="12541775" indent="-1140161" algn="l" defTabSz="4560646" rtl="0" eaLnBrk="1" latinLnBrk="0" hangingPunct="1">
        <a:spcBef>
          <a:spcPct val="20000"/>
        </a:spcBef>
        <a:buFont typeface="Arial" pitchFamily="34" charset="0"/>
        <a:buChar char="•"/>
        <a:defRPr sz="9877" kern="1200">
          <a:solidFill>
            <a:schemeClr val="tx1"/>
          </a:solidFill>
          <a:latin typeface="+mn-lt"/>
          <a:ea typeface="+mn-ea"/>
          <a:cs typeface="+mn-cs"/>
        </a:defRPr>
      </a:lvl6pPr>
      <a:lvl7pPr marL="14822100" indent="-1140161" algn="l" defTabSz="4560646" rtl="0" eaLnBrk="1" latinLnBrk="0" hangingPunct="1">
        <a:spcBef>
          <a:spcPct val="20000"/>
        </a:spcBef>
        <a:buFont typeface="Arial" pitchFamily="34" charset="0"/>
        <a:buChar char="•"/>
        <a:defRPr sz="9877" kern="1200">
          <a:solidFill>
            <a:schemeClr val="tx1"/>
          </a:solidFill>
          <a:latin typeface="+mn-lt"/>
          <a:ea typeface="+mn-ea"/>
          <a:cs typeface="+mn-cs"/>
        </a:defRPr>
      </a:lvl7pPr>
      <a:lvl8pPr marL="17102422" indent="-1140161" algn="l" defTabSz="4560646" rtl="0" eaLnBrk="1" latinLnBrk="0" hangingPunct="1">
        <a:spcBef>
          <a:spcPct val="20000"/>
        </a:spcBef>
        <a:buFont typeface="Arial" pitchFamily="34" charset="0"/>
        <a:buChar char="•"/>
        <a:defRPr sz="9877" kern="1200">
          <a:solidFill>
            <a:schemeClr val="tx1"/>
          </a:solidFill>
          <a:latin typeface="+mn-lt"/>
          <a:ea typeface="+mn-ea"/>
          <a:cs typeface="+mn-cs"/>
        </a:defRPr>
      </a:lvl8pPr>
      <a:lvl9pPr marL="19382744" indent="-1140161" algn="l" defTabSz="4560646" rtl="0" eaLnBrk="1" latinLnBrk="0" hangingPunct="1">
        <a:spcBef>
          <a:spcPct val="20000"/>
        </a:spcBef>
        <a:buFont typeface="Arial" pitchFamily="34" charset="0"/>
        <a:buChar char="•"/>
        <a:defRPr sz="9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60646" rtl="0" eaLnBrk="1" latinLnBrk="0" hangingPunct="1">
        <a:defRPr sz="8999" kern="1200">
          <a:solidFill>
            <a:schemeClr val="tx1"/>
          </a:solidFill>
          <a:latin typeface="+mn-lt"/>
          <a:ea typeface="+mn-ea"/>
          <a:cs typeface="+mn-cs"/>
        </a:defRPr>
      </a:lvl1pPr>
      <a:lvl2pPr marL="2280323" algn="l" defTabSz="4560646" rtl="0" eaLnBrk="1" latinLnBrk="0" hangingPunct="1">
        <a:defRPr sz="8999" kern="1200">
          <a:solidFill>
            <a:schemeClr val="tx1"/>
          </a:solidFill>
          <a:latin typeface="+mn-lt"/>
          <a:ea typeface="+mn-ea"/>
          <a:cs typeface="+mn-cs"/>
        </a:defRPr>
      </a:lvl2pPr>
      <a:lvl3pPr marL="4560646" algn="l" defTabSz="4560646" rtl="0" eaLnBrk="1" latinLnBrk="0" hangingPunct="1">
        <a:defRPr sz="8999" kern="1200">
          <a:solidFill>
            <a:schemeClr val="tx1"/>
          </a:solidFill>
          <a:latin typeface="+mn-lt"/>
          <a:ea typeface="+mn-ea"/>
          <a:cs typeface="+mn-cs"/>
        </a:defRPr>
      </a:lvl3pPr>
      <a:lvl4pPr marL="6840969" algn="l" defTabSz="4560646" rtl="0" eaLnBrk="1" latinLnBrk="0" hangingPunct="1">
        <a:defRPr sz="8999" kern="1200">
          <a:solidFill>
            <a:schemeClr val="tx1"/>
          </a:solidFill>
          <a:latin typeface="+mn-lt"/>
          <a:ea typeface="+mn-ea"/>
          <a:cs typeface="+mn-cs"/>
        </a:defRPr>
      </a:lvl4pPr>
      <a:lvl5pPr marL="9121293" algn="l" defTabSz="4560646" rtl="0" eaLnBrk="1" latinLnBrk="0" hangingPunct="1">
        <a:defRPr sz="8999" kern="1200">
          <a:solidFill>
            <a:schemeClr val="tx1"/>
          </a:solidFill>
          <a:latin typeface="+mn-lt"/>
          <a:ea typeface="+mn-ea"/>
          <a:cs typeface="+mn-cs"/>
        </a:defRPr>
      </a:lvl5pPr>
      <a:lvl6pPr marL="11401615" algn="l" defTabSz="4560646" rtl="0" eaLnBrk="1" latinLnBrk="0" hangingPunct="1">
        <a:defRPr sz="8999" kern="1200">
          <a:solidFill>
            <a:schemeClr val="tx1"/>
          </a:solidFill>
          <a:latin typeface="+mn-lt"/>
          <a:ea typeface="+mn-ea"/>
          <a:cs typeface="+mn-cs"/>
        </a:defRPr>
      </a:lvl6pPr>
      <a:lvl7pPr marL="13681937" algn="l" defTabSz="4560646" rtl="0" eaLnBrk="1" latinLnBrk="0" hangingPunct="1">
        <a:defRPr sz="8999" kern="1200">
          <a:solidFill>
            <a:schemeClr val="tx1"/>
          </a:solidFill>
          <a:latin typeface="+mn-lt"/>
          <a:ea typeface="+mn-ea"/>
          <a:cs typeface="+mn-cs"/>
        </a:defRPr>
      </a:lvl7pPr>
      <a:lvl8pPr marL="15962261" algn="l" defTabSz="4560646" rtl="0" eaLnBrk="1" latinLnBrk="0" hangingPunct="1">
        <a:defRPr sz="8999" kern="1200">
          <a:solidFill>
            <a:schemeClr val="tx1"/>
          </a:solidFill>
          <a:latin typeface="+mn-lt"/>
          <a:ea typeface="+mn-ea"/>
          <a:cs typeface="+mn-cs"/>
        </a:defRPr>
      </a:lvl8pPr>
      <a:lvl9pPr marL="18242583" algn="l" defTabSz="4560646" rtl="0" eaLnBrk="1" latinLnBrk="0" hangingPunct="1">
        <a:defRPr sz="89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D82B6030-736D-2386-A04C-AFD6160DBEAF}"/>
              </a:ext>
            </a:extLst>
          </p:cNvPr>
          <p:cNvSpPr/>
          <p:nvPr/>
        </p:nvSpPr>
        <p:spPr>
          <a:xfrm>
            <a:off x="1365996" y="33903998"/>
            <a:ext cx="29979387" cy="649040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t-BR" sz="8999" b="1" noProof="0" dirty="0">
              <a:solidFill>
                <a:srgbClr val="002EAB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" y="-2899743"/>
            <a:ext cx="405443" cy="1587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00729" tIns="100364" rIns="200729" bIns="100364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 sz="8999" noProof="0" dirty="0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2" y="-2899743"/>
            <a:ext cx="405443" cy="1587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00729" tIns="100364" rIns="200729" bIns="100364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 sz="8999" noProof="0" dirty="0"/>
          </a:p>
        </p:txBody>
      </p:sp>
      <p:cxnSp>
        <p:nvCxnSpPr>
          <p:cNvPr id="6" name="Conector reto 5"/>
          <p:cNvCxnSpPr/>
          <p:nvPr/>
        </p:nvCxnSpPr>
        <p:spPr>
          <a:xfrm>
            <a:off x="9142860" y="2086151"/>
            <a:ext cx="14618673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38" name="Agrupar 37"/>
          <p:cNvGrpSpPr/>
          <p:nvPr/>
        </p:nvGrpSpPr>
        <p:grpSpPr>
          <a:xfrm>
            <a:off x="1165559" y="3726729"/>
            <a:ext cx="30068170" cy="9134396"/>
            <a:chOff x="3685356" y="12836227"/>
            <a:chExt cx="20253498" cy="7991429"/>
          </a:xfrm>
        </p:grpSpPr>
        <p:grpSp>
          <p:nvGrpSpPr>
            <p:cNvPr id="31" name="Agrupar 30"/>
            <p:cNvGrpSpPr/>
            <p:nvPr/>
          </p:nvGrpSpPr>
          <p:grpSpPr>
            <a:xfrm>
              <a:off x="3685356" y="12836227"/>
              <a:ext cx="20253498" cy="7991429"/>
              <a:chOff x="4321002" y="14115327"/>
              <a:chExt cx="20253498" cy="7991429"/>
            </a:xfrm>
          </p:grpSpPr>
          <p:sp>
            <p:nvSpPr>
              <p:cNvPr id="26" name="Retângulo 25"/>
              <p:cNvSpPr/>
              <p:nvPr/>
            </p:nvSpPr>
            <p:spPr>
              <a:xfrm>
                <a:off x="4321002" y="15049972"/>
                <a:ext cx="20253498" cy="7056784"/>
              </a:xfrm>
              <a:prstGeom prst="rect">
                <a:avLst/>
              </a:prstGeom>
              <a:noFill/>
              <a:ln w="38100">
                <a:solidFill>
                  <a:srgbClr val="FF7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8999" noProof="0" dirty="0"/>
              </a:p>
            </p:txBody>
          </p:sp>
          <p:sp>
            <p:nvSpPr>
              <p:cNvPr id="17" name="Retângulo Arredondado 16"/>
              <p:cNvSpPr/>
              <p:nvPr/>
            </p:nvSpPr>
            <p:spPr>
              <a:xfrm>
                <a:off x="9721601" y="14115327"/>
                <a:ext cx="10009113" cy="1470607"/>
              </a:xfrm>
              <a:prstGeom prst="roundRect">
                <a:avLst/>
              </a:prstGeom>
              <a:solidFill>
                <a:srgbClr val="FF73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8999" noProof="0" dirty="0"/>
              </a:p>
            </p:txBody>
          </p:sp>
        </p:grpSp>
        <p:sp>
          <p:nvSpPr>
            <p:cNvPr id="30" name="CaixaDeTexto 29"/>
            <p:cNvSpPr txBox="1"/>
            <p:nvPr/>
          </p:nvSpPr>
          <p:spPr>
            <a:xfrm>
              <a:off x="3897826" y="14819454"/>
              <a:ext cx="18650072" cy="34732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>
                <a:defRPr b="1">
                  <a:solidFill>
                    <a:srgbClr val="002EAB"/>
                  </a:solidFill>
                  <a:latin typeface="Book Antiqua" panose="02040602050305030304" pitchFamily="18" charset="0"/>
                </a:defRPr>
              </a:lvl1pPr>
            </a:lstStyle>
            <a:p>
              <a:r>
                <a:rPr lang="pt-BR" sz="8999" noProof="0" dirty="0"/>
                <a:t>TÍTULO: </a:t>
              </a:r>
            </a:p>
            <a:p>
              <a:endParaRPr lang="pt-BR" sz="8999" noProof="0" dirty="0"/>
            </a:p>
            <a:p>
              <a:pPr algn="just"/>
              <a:r>
                <a:rPr lang="pt-BR" sz="7200" noProof="0" dirty="0"/>
                <a:t>Autor/es: </a:t>
              </a:r>
            </a:p>
          </p:txBody>
        </p:sp>
      </p:grpSp>
      <p:pic>
        <p:nvPicPr>
          <p:cNvPr id="44" name="Imagem 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4660" y="40682439"/>
            <a:ext cx="6055581" cy="2158568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99F10AC-7107-3AF5-078C-7464968351AC}"/>
              </a:ext>
            </a:extLst>
          </p:cNvPr>
          <p:cNvSpPr/>
          <p:nvPr/>
        </p:nvSpPr>
        <p:spPr>
          <a:xfrm>
            <a:off x="1251802" y="13674133"/>
            <a:ext cx="29997514" cy="518988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t-BR" sz="8999" b="1" noProof="0" dirty="0">
              <a:solidFill>
                <a:srgbClr val="002EAB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D6F7D28-59A5-9167-DB9A-4968C8E6187F}"/>
              </a:ext>
            </a:extLst>
          </p:cNvPr>
          <p:cNvSpPr txBox="1"/>
          <p:nvPr/>
        </p:nvSpPr>
        <p:spPr>
          <a:xfrm>
            <a:off x="1506164" y="13520249"/>
            <a:ext cx="29023072" cy="5631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999" b="1" noProof="0" dirty="0">
                <a:solidFill>
                  <a:srgbClr val="002EAB"/>
                </a:solidFill>
                <a:latin typeface="Book Antiqua" panose="02040602050305030304" pitchFamily="18" charset="0"/>
              </a:rPr>
              <a:t>Objetivo:</a:t>
            </a:r>
          </a:p>
          <a:p>
            <a:endParaRPr lang="pt-BR" sz="8999" b="1" noProof="0" dirty="0">
              <a:solidFill>
                <a:srgbClr val="002EAB"/>
              </a:solidFill>
              <a:latin typeface="Book Antiqua" panose="02040602050305030304" pitchFamily="18" charset="0"/>
            </a:endParaRPr>
          </a:p>
          <a:p>
            <a:endParaRPr lang="pt-BR" sz="8999" b="1" noProof="0" dirty="0">
              <a:solidFill>
                <a:srgbClr val="002EAB"/>
              </a:solidFill>
              <a:latin typeface="Book Antiqua" panose="02040602050305030304" pitchFamily="18" charset="0"/>
            </a:endParaRPr>
          </a:p>
          <a:p>
            <a:endParaRPr lang="pt-BR" sz="8999" b="1" noProof="0" dirty="0">
              <a:solidFill>
                <a:srgbClr val="002EAB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F128ABC-2AE5-66CC-9A23-6DB646240518}"/>
              </a:ext>
            </a:extLst>
          </p:cNvPr>
          <p:cNvSpPr txBox="1"/>
          <p:nvPr/>
        </p:nvSpPr>
        <p:spPr>
          <a:xfrm>
            <a:off x="1512815" y="34057703"/>
            <a:ext cx="2959248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8800" b="1" noProof="0" dirty="0">
                <a:solidFill>
                  <a:srgbClr val="002EAB"/>
                </a:solidFill>
                <a:latin typeface="Book Antiqua" panose="02040602050305030304" pitchFamily="18" charset="0"/>
              </a:rPr>
              <a:t>Conclusão: </a:t>
            </a:r>
          </a:p>
          <a:p>
            <a:pPr algn="just"/>
            <a:endParaRPr lang="pt-BR" sz="8800" b="1" noProof="0" dirty="0">
              <a:solidFill>
                <a:srgbClr val="002EAB"/>
              </a:solidFill>
              <a:latin typeface="Book Antiqua" panose="02040602050305030304" pitchFamily="18" charset="0"/>
            </a:endParaRPr>
          </a:p>
          <a:p>
            <a:pPr algn="just"/>
            <a:endParaRPr lang="pt-BR" sz="8800" b="1" noProof="0" dirty="0">
              <a:solidFill>
                <a:srgbClr val="002EAB"/>
              </a:solidFill>
              <a:latin typeface="Book Antiqua" panose="02040602050305030304" pitchFamily="18" charset="0"/>
            </a:endParaRPr>
          </a:p>
          <a:p>
            <a:pPr algn="just"/>
            <a:endParaRPr lang="pt-BR" sz="8800" b="1" noProof="0" dirty="0">
              <a:solidFill>
                <a:srgbClr val="002EAB"/>
              </a:solidFill>
              <a:latin typeface="Book Antiqua" panose="02040602050305030304" pitchFamily="18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A95EDE0-D0C0-DBFC-51EE-62C046D27E6B}"/>
              </a:ext>
            </a:extLst>
          </p:cNvPr>
          <p:cNvSpPr/>
          <p:nvPr/>
        </p:nvSpPr>
        <p:spPr>
          <a:xfrm>
            <a:off x="1293988" y="19663573"/>
            <a:ext cx="13969552" cy="1325089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t-BR" sz="8999" b="1" noProof="0" dirty="0">
              <a:solidFill>
                <a:srgbClr val="002EAB"/>
              </a:solidFill>
              <a:latin typeface="Book Antiqua" panose="0204060205030503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557D0E0-F24D-50BB-AADE-1BA07AE77F6A}"/>
              </a:ext>
            </a:extLst>
          </p:cNvPr>
          <p:cNvSpPr txBox="1"/>
          <p:nvPr/>
        </p:nvSpPr>
        <p:spPr>
          <a:xfrm>
            <a:off x="1440807" y="19812896"/>
            <a:ext cx="1378926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8800" b="1" noProof="0" dirty="0">
                <a:solidFill>
                  <a:srgbClr val="002EAB"/>
                </a:solidFill>
                <a:latin typeface="Book Antiqua" panose="02040602050305030304" pitchFamily="18" charset="0"/>
              </a:rPr>
              <a:t>Metodologia: </a:t>
            </a:r>
          </a:p>
          <a:p>
            <a:pPr algn="just"/>
            <a:endParaRPr lang="pt-BR" sz="8800" b="1" noProof="0" dirty="0">
              <a:solidFill>
                <a:srgbClr val="002EAB"/>
              </a:solidFill>
              <a:latin typeface="Book Antiqua" panose="02040602050305030304" pitchFamily="18" charset="0"/>
            </a:endParaRPr>
          </a:p>
          <a:p>
            <a:pPr algn="just"/>
            <a:endParaRPr lang="pt-BR" sz="8800" b="1" noProof="0" dirty="0">
              <a:solidFill>
                <a:srgbClr val="002EAB"/>
              </a:solidFill>
              <a:latin typeface="Book Antiqua" panose="02040602050305030304" pitchFamily="18" charset="0"/>
            </a:endParaRPr>
          </a:p>
          <a:p>
            <a:pPr algn="just"/>
            <a:endParaRPr lang="pt-BR" sz="8800" b="1" noProof="0" dirty="0">
              <a:solidFill>
                <a:srgbClr val="002EAB"/>
              </a:solidFill>
              <a:latin typeface="Book Antiqua" panose="02040602050305030304" pitchFamily="18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489F76D-9F15-62DC-2D6E-2374D8F146CF}"/>
              </a:ext>
            </a:extLst>
          </p:cNvPr>
          <p:cNvSpPr/>
          <p:nvPr/>
        </p:nvSpPr>
        <p:spPr>
          <a:xfrm>
            <a:off x="16775708" y="19656103"/>
            <a:ext cx="14545616" cy="13250895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t-BR" sz="8999" b="1" noProof="0" dirty="0">
              <a:solidFill>
                <a:srgbClr val="002EAB"/>
              </a:solidFill>
              <a:latin typeface="Book Antiqua" panose="02040602050305030304" pitchFamily="18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E52923B-89D1-E4D6-D8C4-214308B4A718}"/>
              </a:ext>
            </a:extLst>
          </p:cNvPr>
          <p:cNvSpPr txBox="1"/>
          <p:nvPr/>
        </p:nvSpPr>
        <p:spPr>
          <a:xfrm>
            <a:off x="16991732" y="19805426"/>
            <a:ext cx="1411356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8800" b="1" noProof="0" dirty="0">
                <a:solidFill>
                  <a:srgbClr val="002EAB"/>
                </a:solidFill>
                <a:latin typeface="Book Antiqua" panose="02040602050305030304" pitchFamily="18" charset="0"/>
              </a:rPr>
              <a:t>Resultados: </a:t>
            </a:r>
          </a:p>
          <a:p>
            <a:pPr algn="just"/>
            <a:endParaRPr lang="pt-BR" sz="8800" b="1" noProof="0" dirty="0">
              <a:solidFill>
                <a:srgbClr val="002EAB"/>
              </a:solidFill>
              <a:latin typeface="Book Antiqua" panose="02040602050305030304" pitchFamily="18" charset="0"/>
            </a:endParaRPr>
          </a:p>
          <a:p>
            <a:pPr algn="just"/>
            <a:endParaRPr lang="pt-BR" sz="8800" b="1" noProof="0" dirty="0">
              <a:solidFill>
                <a:srgbClr val="002EAB"/>
              </a:solidFill>
              <a:latin typeface="Book Antiqua" panose="02040602050305030304" pitchFamily="18" charset="0"/>
            </a:endParaRPr>
          </a:p>
          <a:p>
            <a:pPr algn="just"/>
            <a:endParaRPr lang="pt-BR" sz="8800" b="1" noProof="0" dirty="0">
              <a:solidFill>
                <a:srgbClr val="002EAB"/>
              </a:solidFill>
              <a:latin typeface="Book Antiqua" panose="02040602050305030304" pitchFamily="18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4008E03-2627-0A46-C166-85C0945A5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273" y="40757535"/>
            <a:ext cx="11252955" cy="1812663"/>
          </a:xfrm>
          <a:prstGeom prst="rect">
            <a:avLst/>
          </a:prstGeom>
        </p:spPr>
      </p:pic>
      <p:pic>
        <p:nvPicPr>
          <p:cNvPr id="7" name="Imagen 3">
            <a:extLst>
              <a:ext uri="{FF2B5EF4-FFF2-40B4-BE49-F238E27FC236}">
                <a16:creationId xmlns:a16="http://schemas.microsoft.com/office/drawing/2014/main" id="{9FF33A53-2526-0669-7438-F3CFD67C32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23" y="406553"/>
            <a:ext cx="6380237" cy="34709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ADAEDAF-8D02-91B7-60BC-8BD289A92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8595" y="363584"/>
            <a:ext cx="6631645" cy="316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81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14</Words>
  <Application>Microsoft Office PowerPoint</Application>
  <PresentationFormat>Personalizado</PresentationFormat>
  <Paragraphs>11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Book Antiqua</vt:lpstr>
      <vt:lpstr>Calibri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Admin</dc:creator>
  <cp:lastModifiedBy>Yero</cp:lastModifiedBy>
  <cp:revision>68</cp:revision>
  <dcterms:created xsi:type="dcterms:W3CDTF">2022-04-20T10:45:42Z</dcterms:created>
  <dcterms:modified xsi:type="dcterms:W3CDTF">2025-11-21T14:33:12Z</dcterms:modified>
</cp:coreProperties>
</file>