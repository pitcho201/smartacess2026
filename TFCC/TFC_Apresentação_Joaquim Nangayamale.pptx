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62" r:id="rId1"/>
  </p:sldMasterIdLst>
  <p:sldIdLst>
    <p:sldId id="256" r:id="rId2"/>
    <p:sldId id="393" r:id="rId3"/>
    <p:sldId id="412" r:id="rId4"/>
    <p:sldId id="411" r:id="rId5"/>
    <p:sldId id="410" r:id="rId6"/>
    <p:sldId id="409" r:id="rId7"/>
    <p:sldId id="413" r:id="rId8"/>
    <p:sldId id="414" r:id="rId9"/>
    <p:sldId id="415" r:id="rId10"/>
    <p:sldId id="417" r:id="rId11"/>
    <p:sldId id="418" r:id="rId12"/>
    <p:sldId id="394" r:id="rId13"/>
    <p:sldId id="419" r:id="rId14"/>
    <p:sldId id="420" r:id="rId15"/>
    <p:sldId id="370" r:id="rId16"/>
    <p:sldId id="404" r:id="rId17"/>
    <p:sldId id="421" r:id="rId18"/>
    <p:sldId id="422" r:id="rId19"/>
    <p:sldId id="423" r:id="rId20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 autoAdjust="0"/>
    <p:restoredTop sz="94660"/>
  </p:normalViewPr>
  <p:slideViewPr>
    <p:cSldViewPr snapToGrid="0">
      <p:cViewPr varScale="1">
        <p:scale>
          <a:sx n="75" d="100"/>
          <a:sy n="75" d="100"/>
        </p:scale>
        <p:origin x="510" y="6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9DEF28-6AF6-4398-BFA6-7A9315728F48}" type="doc">
      <dgm:prSet loTypeId="urn:microsoft.com/office/officeart/2008/layout/PictureStrip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20C74F4E-0E24-4EA8-A161-5E32AEBC811A}" type="pres">
      <dgm:prSet presAssocID="{F59DEF28-6AF6-4398-BFA6-7A9315728F48}" presName="Name0" presStyleCnt="0">
        <dgm:presLayoutVars>
          <dgm:dir/>
          <dgm:resizeHandles val="exact"/>
        </dgm:presLayoutVars>
      </dgm:prSet>
      <dgm:spPr/>
    </dgm:pt>
  </dgm:ptLst>
  <dgm:cxnLst>
    <dgm:cxn modelId="{8F277385-3DD3-4262-9A2E-DA8F5AC16C1E}" type="presOf" srcId="{F59DEF28-6AF6-4398-BFA6-7A9315728F48}" destId="{20C74F4E-0E24-4EA8-A161-5E32AEBC811A}" srcOrd="0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9DEF28-6AF6-4398-BFA6-7A9315728F48}" type="doc">
      <dgm:prSet loTypeId="urn:microsoft.com/office/officeart/2008/layout/PictureStrip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20C74F4E-0E24-4EA8-A161-5E32AEBC811A}" type="pres">
      <dgm:prSet presAssocID="{F59DEF28-6AF6-4398-BFA6-7A9315728F48}" presName="Name0" presStyleCnt="0">
        <dgm:presLayoutVars>
          <dgm:dir/>
          <dgm:resizeHandles val="exact"/>
        </dgm:presLayoutVars>
      </dgm:prSet>
      <dgm:spPr/>
    </dgm:pt>
  </dgm:ptLst>
  <dgm:cxnLst>
    <dgm:cxn modelId="{8F277385-3DD3-4262-9A2E-DA8F5AC16C1E}" type="presOf" srcId="{F59DEF28-6AF6-4398-BFA6-7A9315728F48}" destId="{20C74F4E-0E24-4EA8-A161-5E32AEBC811A}" srcOrd="0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9DEF28-6AF6-4398-BFA6-7A9315728F48}" type="doc">
      <dgm:prSet loTypeId="urn:microsoft.com/office/officeart/2008/layout/PictureStrip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20C74F4E-0E24-4EA8-A161-5E32AEBC811A}" type="pres">
      <dgm:prSet presAssocID="{F59DEF28-6AF6-4398-BFA6-7A9315728F48}" presName="Name0" presStyleCnt="0">
        <dgm:presLayoutVars>
          <dgm:dir/>
          <dgm:resizeHandles val="exact"/>
        </dgm:presLayoutVars>
      </dgm:prSet>
      <dgm:spPr/>
    </dgm:pt>
  </dgm:ptLst>
  <dgm:cxnLst>
    <dgm:cxn modelId="{8F277385-3DD3-4262-9A2E-DA8F5AC16C1E}" type="presOf" srcId="{F59DEF28-6AF6-4398-BFA6-7A9315728F48}" destId="{20C74F4E-0E24-4EA8-A161-5E32AEBC811A}" srcOrd="0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3CCAE6-7EC9-423D-8736-95925A7B5F6C}" type="doc">
      <dgm:prSet loTypeId="urn:microsoft.com/office/officeart/2005/8/layout/vProcess5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A5D9FF87-AC35-419D-ADBE-760CBB289A46}">
      <dgm:prSet phldrT="[Texto]" phldr="0"/>
      <dgm:spPr/>
      <dgm:t>
        <a:bodyPr/>
        <a:lstStyle/>
        <a:p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Histórico - lógico</a:t>
          </a:r>
          <a:endParaRPr lang="pt-AO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2BEE05-C247-4F40-B648-39099536D14B}" type="parTrans" cxnId="{875F5419-7FEE-4B10-A035-FD8F70EF229A}">
      <dgm:prSet/>
      <dgm:spPr/>
      <dgm:t>
        <a:bodyPr/>
        <a:lstStyle/>
        <a:p>
          <a:endParaRPr lang="pt-AO"/>
        </a:p>
      </dgm:t>
    </dgm:pt>
    <dgm:pt modelId="{6F095B17-2D58-4887-942A-6B9201DE2E4D}" type="sibTrans" cxnId="{875F5419-7FEE-4B10-A035-FD8F70EF229A}">
      <dgm:prSet/>
      <dgm:spPr/>
      <dgm:t>
        <a:bodyPr/>
        <a:lstStyle/>
        <a:p>
          <a:endParaRPr lang="pt-AO"/>
        </a:p>
      </dgm:t>
    </dgm:pt>
    <dgm:pt modelId="{8397A243-FBDB-495E-8461-AB34CEA19371}">
      <dgm:prSet phldrT="[Texto]"/>
      <dgm:spPr/>
      <dgm:t>
        <a:bodyPr/>
        <a:lstStyle/>
        <a:p>
          <a:r>
            <a:rPr lang="pt-BR" dirty="0"/>
            <a:t>Analítico – sintético</a:t>
          </a:r>
          <a:endParaRPr lang="pt-AO" dirty="0"/>
        </a:p>
      </dgm:t>
    </dgm:pt>
    <dgm:pt modelId="{886D1556-554D-44FE-B0B1-D540EFF6AE20}" type="parTrans" cxnId="{D78A93AF-74D5-4AEB-A1E7-1EB84AC154B0}">
      <dgm:prSet/>
      <dgm:spPr/>
      <dgm:t>
        <a:bodyPr/>
        <a:lstStyle/>
        <a:p>
          <a:endParaRPr lang="pt-AO"/>
        </a:p>
      </dgm:t>
    </dgm:pt>
    <dgm:pt modelId="{E2F28B63-58C6-4D8B-BF90-A4538E4F6978}" type="sibTrans" cxnId="{D78A93AF-74D5-4AEB-A1E7-1EB84AC154B0}">
      <dgm:prSet/>
      <dgm:spPr/>
      <dgm:t>
        <a:bodyPr/>
        <a:lstStyle/>
        <a:p>
          <a:endParaRPr lang="pt-AO"/>
        </a:p>
      </dgm:t>
    </dgm:pt>
    <dgm:pt modelId="{526E9023-D09C-4C9C-B04F-F343B1048233}">
      <dgm:prSet phldrT="[Texto]"/>
      <dgm:spPr/>
      <dgm:t>
        <a:bodyPr/>
        <a:lstStyle/>
        <a:p>
          <a:r>
            <a:rPr lang="pt-BR" dirty="0"/>
            <a:t>Dedutivo - indutivo</a:t>
          </a:r>
          <a:endParaRPr lang="pt-AO" dirty="0"/>
        </a:p>
      </dgm:t>
    </dgm:pt>
    <dgm:pt modelId="{14CDF706-8FFC-4EE3-8C8C-29A3014BC331}" type="parTrans" cxnId="{66719398-35A2-4539-9A43-FF7A7F773E6D}">
      <dgm:prSet/>
      <dgm:spPr/>
      <dgm:t>
        <a:bodyPr/>
        <a:lstStyle/>
        <a:p>
          <a:endParaRPr lang="pt-AO"/>
        </a:p>
      </dgm:t>
    </dgm:pt>
    <dgm:pt modelId="{95C05826-6E70-451E-A8BB-644635B633B5}" type="sibTrans" cxnId="{66719398-35A2-4539-9A43-FF7A7F773E6D}">
      <dgm:prSet/>
      <dgm:spPr/>
      <dgm:t>
        <a:bodyPr/>
        <a:lstStyle/>
        <a:p>
          <a:endParaRPr lang="pt-AO"/>
        </a:p>
      </dgm:t>
    </dgm:pt>
    <dgm:pt modelId="{9E1C5457-8FE7-43C9-9134-BC7BB3A31566}" type="pres">
      <dgm:prSet presAssocID="{2B3CCAE6-7EC9-423D-8736-95925A7B5F6C}" presName="outerComposite" presStyleCnt="0">
        <dgm:presLayoutVars>
          <dgm:chMax val="5"/>
          <dgm:dir/>
          <dgm:resizeHandles val="exact"/>
        </dgm:presLayoutVars>
      </dgm:prSet>
      <dgm:spPr/>
    </dgm:pt>
    <dgm:pt modelId="{18A56D4E-09EA-4EF5-9CB4-31429EA6A890}" type="pres">
      <dgm:prSet presAssocID="{2B3CCAE6-7EC9-423D-8736-95925A7B5F6C}" presName="dummyMaxCanvas" presStyleCnt="0">
        <dgm:presLayoutVars/>
      </dgm:prSet>
      <dgm:spPr/>
    </dgm:pt>
    <dgm:pt modelId="{FE192080-C34B-4FC8-AD7E-E554FA929F0B}" type="pres">
      <dgm:prSet presAssocID="{2B3CCAE6-7EC9-423D-8736-95925A7B5F6C}" presName="ThreeNodes_1" presStyleLbl="node1" presStyleIdx="0" presStyleCnt="3">
        <dgm:presLayoutVars>
          <dgm:bulletEnabled val="1"/>
        </dgm:presLayoutVars>
      </dgm:prSet>
      <dgm:spPr/>
    </dgm:pt>
    <dgm:pt modelId="{E9F6A68B-55FF-4109-BC9B-70888AC80B1C}" type="pres">
      <dgm:prSet presAssocID="{2B3CCAE6-7EC9-423D-8736-95925A7B5F6C}" presName="ThreeNodes_2" presStyleLbl="node1" presStyleIdx="1" presStyleCnt="3">
        <dgm:presLayoutVars>
          <dgm:bulletEnabled val="1"/>
        </dgm:presLayoutVars>
      </dgm:prSet>
      <dgm:spPr/>
    </dgm:pt>
    <dgm:pt modelId="{2D275772-D25D-4323-8832-F1BE643CEE09}" type="pres">
      <dgm:prSet presAssocID="{2B3CCAE6-7EC9-423D-8736-95925A7B5F6C}" presName="ThreeNodes_3" presStyleLbl="node1" presStyleIdx="2" presStyleCnt="3">
        <dgm:presLayoutVars>
          <dgm:bulletEnabled val="1"/>
        </dgm:presLayoutVars>
      </dgm:prSet>
      <dgm:spPr/>
    </dgm:pt>
    <dgm:pt modelId="{8E2DB4C2-E0C4-43F0-A964-AF5C61AC6B33}" type="pres">
      <dgm:prSet presAssocID="{2B3CCAE6-7EC9-423D-8736-95925A7B5F6C}" presName="ThreeConn_1-2" presStyleLbl="fgAccFollowNode1" presStyleIdx="0" presStyleCnt="2">
        <dgm:presLayoutVars>
          <dgm:bulletEnabled val="1"/>
        </dgm:presLayoutVars>
      </dgm:prSet>
      <dgm:spPr/>
    </dgm:pt>
    <dgm:pt modelId="{F161ACFB-269B-40EE-A682-9A262ACBDAEC}" type="pres">
      <dgm:prSet presAssocID="{2B3CCAE6-7EC9-423D-8736-95925A7B5F6C}" presName="ThreeConn_2-3" presStyleLbl="fgAccFollowNode1" presStyleIdx="1" presStyleCnt="2">
        <dgm:presLayoutVars>
          <dgm:bulletEnabled val="1"/>
        </dgm:presLayoutVars>
      </dgm:prSet>
      <dgm:spPr/>
    </dgm:pt>
    <dgm:pt modelId="{35168CBD-D836-4EA5-8EBB-BDA05DD54F07}" type="pres">
      <dgm:prSet presAssocID="{2B3CCAE6-7EC9-423D-8736-95925A7B5F6C}" presName="ThreeNodes_1_text" presStyleLbl="node1" presStyleIdx="2" presStyleCnt="3">
        <dgm:presLayoutVars>
          <dgm:bulletEnabled val="1"/>
        </dgm:presLayoutVars>
      </dgm:prSet>
      <dgm:spPr/>
    </dgm:pt>
    <dgm:pt modelId="{9F263BC2-C474-4829-8499-C16DE9C811C0}" type="pres">
      <dgm:prSet presAssocID="{2B3CCAE6-7EC9-423D-8736-95925A7B5F6C}" presName="ThreeNodes_2_text" presStyleLbl="node1" presStyleIdx="2" presStyleCnt="3">
        <dgm:presLayoutVars>
          <dgm:bulletEnabled val="1"/>
        </dgm:presLayoutVars>
      </dgm:prSet>
      <dgm:spPr/>
    </dgm:pt>
    <dgm:pt modelId="{CCBFF79E-6D9B-4928-98C1-B8C877EC7034}" type="pres">
      <dgm:prSet presAssocID="{2B3CCAE6-7EC9-423D-8736-95925A7B5F6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DC62A812-26F0-4F39-9251-2A4AA5823DFF}" type="presOf" srcId="{8397A243-FBDB-495E-8461-AB34CEA19371}" destId="{E9F6A68B-55FF-4109-BC9B-70888AC80B1C}" srcOrd="0" destOrd="0" presId="urn:microsoft.com/office/officeart/2005/8/layout/vProcess5"/>
    <dgm:cxn modelId="{D9C4B516-508F-449C-814E-07ACA326297E}" type="presOf" srcId="{2B3CCAE6-7EC9-423D-8736-95925A7B5F6C}" destId="{9E1C5457-8FE7-43C9-9134-BC7BB3A31566}" srcOrd="0" destOrd="0" presId="urn:microsoft.com/office/officeart/2005/8/layout/vProcess5"/>
    <dgm:cxn modelId="{2FE6EA18-C531-4F3D-862F-10FAFFBA9C04}" type="presOf" srcId="{8397A243-FBDB-495E-8461-AB34CEA19371}" destId="{9F263BC2-C474-4829-8499-C16DE9C811C0}" srcOrd="1" destOrd="0" presId="urn:microsoft.com/office/officeart/2005/8/layout/vProcess5"/>
    <dgm:cxn modelId="{875F5419-7FEE-4B10-A035-FD8F70EF229A}" srcId="{2B3CCAE6-7EC9-423D-8736-95925A7B5F6C}" destId="{A5D9FF87-AC35-419D-ADBE-760CBB289A46}" srcOrd="0" destOrd="0" parTransId="{5D2BEE05-C247-4F40-B648-39099536D14B}" sibTransId="{6F095B17-2D58-4887-942A-6B9201DE2E4D}"/>
    <dgm:cxn modelId="{8CEE6C30-97F4-43C5-BCC5-4A041E6AAB0F}" type="presOf" srcId="{E2F28B63-58C6-4D8B-BF90-A4538E4F6978}" destId="{F161ACFB-269B-40EE-A682-9A262ACBDAEC}" srcOrd="0" destOrd="0" presId="urn:microsoft.com/office/officeart/2005/8/layout/vProcess5"/>
    <dgm:cxn modelId="{0A21E93A-46DC-4540-B546-3F9D67679A59}" type="presOf" srcId="{526E9023-D09C-4C9C-B04F-F343B1048233}" destId="{CCBFF79E-6D9B-4928-98C1-B8C877EC7034}" srcOrd="1" destOrd="0" presId="urn:microsoft.com/office/officeart/2005/8/layout/vProcess5"/>
    <dgm:cxn modelId="{7739513C-8926-4F7C-9F8B-D487319F4AF0}" type="presOf" srcId="{6F095B17-2D58-4887-942A-6B9201DE2E4D}" destId="{8E2DB4C2-E0C4-43F0-A964-AF5C61AC6B33}" srcOrd="0" destOrd="0" presId="urn:microsoft.com/office/officeart/2005/8/layout/vProcess5"/>
    <dgm:cxn modelId="{1D3BCD8C-883D-4C43-9963-569F1E72CE7F}" type="presOf" srcId="{A5D9FF87-AC35-419D-ADBE-760CBB289A46}" destId="{FE192080-C34B-4FC8-AD7E-E554FA929F0B}" srcOrd="0" destOrd="0" presId="urn:microsoft.com/office/officeart/2005/8/layout/vProcess5"/>
    <dgm:cxn modelId="{2D2D6394-2AB7-4FE9-8E1C-F45CC3F630BA}" type="presOf" srcId="{526E9023-D09C-4C9C-B04F-F343B1048233}" destId="{2D275772-D25D-4323-8832-F1BE643CEE09}" srcOrd="0" destOrd="0" presId="urn:microsoft.com/office/officeart/2005/8/layout/vProcess5"/>
    <dgm:cxn modelId="{66719398-35A2-4539-9A43-FF7A7F773E6D}" srcId="{2B3CCAE6-7EC9-423D-8736-95925A7B5F6C}" destId="{526E9023-D09C-4C9C-B04F-F343B1048233}" srcOrd="2" destOrd="0" parTransId="{14CDF706-8FFC-4EE3-8C8C-29A3014BC331}" sibTransId="{95C05826-6E70-451E-A8BB-644635B633B5}"/>
    <dgm:cxn modelId="{D78A93AF-74D5-4AEB-A1E7-1EB84AC154B0}" srcId="{2B3CCAE6-7EC9-423D-8736-95925A7B5F6C}" destId="{8397A243-FBDB-495E-8461-AB34CEA19371}" srcOrd="1" destOrd="0" parTransId="{886D1556-554D-44FE-B0B1-D540EFF6AE20}" sibTransId="{E2F28B63-58C6-4D8B-BF90-A4538E4F6978}"/>
    <dgm:cxn modelId="{703778DD-106D-41FE-A7A0-3F179B0FC7BE}" type="presOf" srcId="{A5D9FF87-AC35-419D-ADBE-760CBB289A46}" destId="{35168CBD-D836-4EA5-8EBB-BDA05DD54F07}" srcOrd="1" destOrd="0" presId="urn:microsoft.com/office/officeart/2005/8/layout/vProcess5"/>
    <dgm:cxn modelId="{3C93BA87-A360-48D6-8340-C9CB53E1CC29}" type="presParOf" srcId="{9E1C5457-8FE7-43C9-9134-BC7BB3A31566}" destId="{18A56D4E-09EA-4EF5-9CB4-31429EA6A890}" srcOrd="0" destOrd="0" presId="urn:microsoft.com/office/officeart/2005/8/layout/vProcess5"/>
    <dgm:cxn modelId="{BEAA3B9B-7035-4053-87D3-101174E85CC5}" type="presParOf" srcId="{9E1C5457-8FE7-43C9-9134-BC7BB3A31566}" destId="{FE192080-C34B-4FC8-AD7E-E554FA929F0B}" srcOrd="1" destOrd="0" presId="urn:microsoft.com/office/officeart/2005/8/layout/vProcess5"/>
    <dgm:cxn modelId="{89EA5F32-07CE-403B-98E5-C3E7CDB9039B}" type="presParOf" srcId="{9E1C5457-8FE7-43C9-9134-BC7BB3A31566}" destId="{E9F6A68B-55FF-4109-BC9B-70888AC80B1C}" srcOrd="2" destOrd="0" presId="urn:microsoft.com/office/officeart/2005/8/layout/vProcess5"/>
    <dgm:cxn modelId="{836128BE-F54D-4685-9DB0-E37568DCB95A}" type="presParOf" srcId="{9E1C5457-8FE7-43C9-9134-BC7BB3A31566}" destId="{2D275772-D25D-4323-8832-F1BE643CEE09}" srcOrd="3" destOrd="0" presId="urn:microsoft.com/office/officeart/2005/8/layout/vProcess5"/>
    <dgm:cxn modelId="{6B311B6A-C9F2-4705-95C4-288E263EE67F}" type="presParOf" srcId="{9E1C5457-8FE7-43C9-9134-BC7BB3A31566}" destId="{8E2DB4C2-E0C4-43F0-A964-AF5C61AC6B33}" srcOrd="4" destOrd="0" presId="urn:microsoft.com/office/officeart/2005/8/layout/vProcess5"/>
    <dgm:cxn modelId="{68F95429-3AA1-49A4-9D97-2D55E4D2FAD9}" type="presParOf" srcId="{9E1C5457-8FE7-43C9-9134-BC7BB3A31566}" destId="{F161ACFB-269B-40EE-A682-9A262ACBDAEC}" srcOrd="5" destOrd="0" presId="urn:microsoft.com/office/officeart/2005/8/layout/vProcess5"/>
    <dgm:cxn modelId="{3DE79EB0-CB5F-479E-A29E-82972F850094}" type="presParOf" srcId="{9E1C5457-8FE7-43C9-9134-BC7BB3A31566}" destId="{35168CBD-D836-4EA5-8EBB-BDA05DD54F07}" srcOrd="6" destOrd="0" presId="urn:microsoft.com/office/officeart/2005/8/layout/vProcess5"/>
    <dgm:cxn modelId="{3CC5869F-9884-4DC1-87AA-A424A10B0953}" type="presParOf" srcId="{9E1C5457-8FE7-43C9-9134-BC7BB3A31566}" destId="{9F263BC2-C474-4829-8499-C16DE9C811C0}" srcOrd="7" destOrd="0" presId="urn:microsoft.com/office/officeart/2005/8/layout/vProcess5"/>
    <dgm:cxn modelId="{DFB9D650-6138-4B76-AA63-01F4F03A9CE3}" type="presParOf" srcId="{9E1C5457-8FE7-43C9-9134-BC7BB3A31566}" destId="{CCBFF79E-6D9B-4928-98C1-B8C877EC703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3CCAE6-7EC9-423D-8736-95925A7B5F6C}" type="doc">
      <dgm:prSet loTypeId="urn:microsoft.com/office/officeart/2005/8/layout/vProcess5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A5D9FF87-AC35-419D-ADBE-760CBB289A46}">
      <dgm:prSet phldrT="[Texto]" phldr="0"/>
      <dgm:spPr/>
      <dgm:t>
        <a:bodyPr/>
        <a:lstStyle/>
        <a:p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Observação </a:t>
          </a:r>
          <a:endParaRPr lang="pt-AO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2BEE05-C247-4F40-B648-39099536D14B}" type="parTrans" cxnId="{875F5419-7FEE-4B10-A035-FD8F70EF229A}">
      <dgm:prSet/>
      <dgm:spPr/>
      <dgm:t>
        <a:bodyPr/>
        <a:lstStyle/>
        <a:p>
          <a:endParaRPr lang="pt-AO"/>
        </a:p>
      </dgm:t>
    </dgm:pt>
    <dgm:pt modelId="{6F095B17-2D58-4887-942A-6B9201DE2E4D}" type="sibTrans" cxnId="{875F5419-7FEE-4B10-A035-FD8F70EF229A}">
      <dgm:prSet/>
      <dgm:spPr/>
      <dgm:t>
        <a:bodyPr/>
        <a:lstStyle/>
        <a:p>
          <a:endParaRPr lang="pt-AO"/>
        </a:p>
      </dgm:t>
    </dgm:pt>
    <dgm:pt modelId="{8397A243-FBDB-495E-8461-AB34CEA19371}">
      <dgm:prSet phldrT="[Texto]"/>
      <dgm:spPr/>
      <dgm:t>
        <a:bodyPr/>
        <a:lstStyle/>
        <a:p>
          <a:r>
            <a:rPr lang="pt-BR" dirty="0"/>
            <a:t>Entrevista </a:t>
          </a:r>
          <a:endParaRPr lang="pt-AO" dirty="0"/>
        </a:p>
      </dgm:t>
    </dgm:pt>
    <dgm:pt modelId="{886D1556-554D-44FE-B0B1-D540EFF6AE20}" type="parTrans" cxnId="{D78A93AF-74D5-4AEB-A1E7-1EB84AC154B0}">
      <dgm:prSet/>
      <dgm:spPr/>
      <dgm:t>
        <a:bodyPr/>
        <a:lstStyle/>
        <a:p>
          <a:endParaRPr lang="pt-AO"/>
        </a:p>
      </dgm:t>
    </dgm:pt>
    <dgm:pt modelId="{E2F28B63-58C6-4D8B-BF90-A4538E4F6978}" type="sibTrans" cxnId="{D78A93AF-74D5-4AEB-A1E7-1EB84AC154B0}">
      <dgm:prSet/>
      <dgm:spPr/>
      <dgm:t>
        <a:bodyPr/>
        <a:lstStyle/>
        <a:p>
          <a:endParaRPr lang="pt-AO"/>
        </a:p>
      </dgm:t>
    </dgm:pt>
    <dgm:pt modelId="{9E1C5457-8FE7-43C9-9134-BC7BB3A31566}" type="pres">
      <dgm:prSet presAssocID="{2B3CCAE6-7EC9-423D-8736-95925A7B5F6C}" presName="outerComposite" presStyleCnt="0">
        <dgm:presLayoutVars>
          <dgm:chMax val="5"/>
          <dgm:dir/>
          <dgm:resizeHandles val="exact"/>
        </dgm:presLayoutVars>
      </dgm:prSet>
      <dgm:spPr/>
    </dgm:pt>
    <dgm:pt modelId="{18A56D4E-09EA-4EF5-9CB4-31429EA6A890}" type="pres">
      <dgm:prSet presAssocID="{2B3CCAE6-7EC9-423D-8736-95925A7B5F6C}" presName="dummyMaxCanvas" presStyleCnt="0">
        <dgm:presLayoutVars/>
      </dgm:prSet>
      <dgm:spPr/>
    </dgm:pt>
    <dgm:pt modelId="{4ECB3DBC-B9BE-43A5-B5B4-66B8A155D170}" type="pres">
      <dgm:prSet presAssocID="{2B3CCAE6-7EC9-423D-8736-95925A7B5F6C}" presName="TwoNodes_1" presStyleLbl="node1" presStyleIdx="0" presStyleCnt="2">
        <dgm:presLayoutVars>
          <dgm:bulletEnabled val="1"/>
        </dgm:presLayoutVars>
      </dgm:prSet>
      <dgm:spPr/>
    </dgm:pt>
    <dgm:pt modelId="{A7F1C140-E012-4CB5-AC7E-BAC0BD752B2A}" type="pres">
      <dgm:prSet presAssocID="{2B3CCAE6-7EC9-423D-8736-95925A7B5F6C}" presName="TwoNodes_2" presStyleLbl="node1" presStyleIdx="1" presStyleCnt="2">
        <dgm:presLayoutVars>
          <dgm:bulletEnabled val="1"/>
        </dgm:presLayoutVars>
      </dgm:prSet>
      <dgm:spPr/>
    </dgm:pt>
    <dgm:pt modelId="{327D2DDB-EAC0-4045-95A0-BDE0640A7588}" type="pres">
      <dgm:prSet presAssocID="{2B3CCAE6-7EC9-423D-8736-95925A7B5F6C}" presName="TwoConn_1-2" presStyleLbl="fgAccFollowNode1" presStyleIdx="0" presStyleCnt="1">
        <dgm:presLayoutVars>
          <dgm:bulletEnabled val="1"/>
        </dgm:presLayoutVars>
      </dgm:prSet>
      <dgm:spPr/>
    </dgm:pt>
    <dgm:pt modelId="{920B04D9-EFE3-454B-86D8-6B23537EF8EB}" type="pres">
      <dgm:prSet presAssocID="{2B3CCAE6-7EC9-423D-8736-95925A7B5F6C}" presName="TwoNodes_1_text" presStyleLbl="node1" presStyleIdx="1" presStyleCnt="2">
        <dgm:presLayoutVars>
          <dgm:bulletEnabled val="1"/>
        </dgm:presLayoutVars>
      </dgm:prSet>
      <dgm:spPr/>
    </dgm:pt>
    <dgm:pt modelId="{7A98DDF4-540B-4123-87D1-BD9A29EE9543}" type="pres">
      <dgm:prSet presAssocID="{2B3CCAE6-7EC9-423D-8736-95925A7B5F6C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E8643500-7261-4CB9-B736-B03B79C9162C}" type="presOf" srcId="{8397A243-FBDB-495E-8461-AB34CEA19371}" destId="{A7F1C140-E012-4CB5-AC7E-BAC0BD752B2A}" srcOrd="0" destOrd="0" presId="urn:microsoft.com/office/officeart/2005/8/layout/vProcess5"/>
    <dgm:cxn modelId="{D9C4B516-508F-449C-814E-07ACA326297E}" type="presOf" srcId="{2B3CCAE6-7EC9-423D-8736-95925A7B5F6C}" destId="{9E1C5457-8FE7-43C9-9134-BC7BB3A31566}" srcOrd="0" destOrd="0" presId="urn:microsoft.com/office/officeart/2005/8/layout/vProcess5"/>
    <dgm:cxn modelId="{875F5419-7FEE-4B10-A035-FD8F70EF229A}" srcId="{2B3CCAE6-7EC9-423D-8736-95925A7B5F6C}" destId="{A5D9FF87-AC35-419D-ADBE-760CBB289A46}" srcOrd="0" destOrd="0" parTransId="{5D2BEE05-C247-4F40-B648-39099536D14B}" sibTransId="{6F095B17-2D58-4887-942A-6B9201DE2E4D}"/>
    <dgm:cxn modelId="{E9B0FE30-E2B2-4846-ABE4-E0D3DFED47E2}" type="presOf" srcId="{6F095B17-2D58-4887-942A-6B9201DE2E4D}" destId="{327D2DDB-EAC0-4045-95A0-BDE0640A7588}" srcOrd="0" destOrd="0" presId="urn:microsoft.com/office/officeart/2005/8/layout/vProcess5"/>
    <dgm:cxn modelId="{9AA7F847-FBF9-4160-96A5-27C99C48154E}" type="presOf" srcId="{8397A243-FBDB-495E-8461-AB34CEA19371}" destId="{7A98DDF4-540B-4123-87D1-BD9A29EE9543}" srcOrd="1" destOrd="0" presId="urn:microsoft.com/office/officeart/2005/8/layout/vProcess5"/>
    <dgm:cxn modelId="{FF8F4CA0-5012-4FB9-96A1-F8A04A61D7C5}" type="presOf" srcId="{A5D9FF87-AC35-419D-ADBE-760CBB289A46}" destId="{920B04D9-EFE3-454B-86D8-6B23537EF8EB}" srcOrd="1" destOrd="0" presId="urn:microsoft.com/office/officeart/2005/8/layout/vProcess5"/>
    <dgm:cxn modelId="{AAFAA1A9-D166-40C7-8766-5916F5C0548F}" type="presOf" srcId="{A5D9FF87-AC35-419D-ADBE-760CBB289A46}" destId="{4ECB3DBC-B9BE-43A5-B5B4-66B8A155D170}" srcOrd="0" destOrd="0" presId="urn:microsoft.com/office/officeart/2005/8/layout/vProcess5"/>
    <dgm:cxn modelId="{D78A93AF-74D5-4AEB-A1E7-1EB84AC154B0}" srcId="{2B3CCAE6-7EC9-423D-8736-95925A7B5F6C}" destId="{8397A243-FBDB-495E-8461-AB34CEA19371}" srcOrd="1" destOrd="0" parTransId="{886D1556-554D-44FE-B0B1-D540EFF6AE20}" sibTransId="{E2F28B63-58C6-4D8B-BF90-A4538E4F6978}"/>
    <dgm:cxn modelId="{3C93BA87-A360-48D6-8340-C9CB53E1CC29}" type="presParOf" srcId="{9E1C5457-8FE7-43C9-9134-BC7BB3A31566}" destId="{18A56D4E-09EA-4EF5-9CB4-31429EA6A890}" srcOrd="0" destOrd="0" presId="urn:microsoft.com/office/officeart/2005/8/layout/vProcess5"/>
    <dgm:cxn modelId="{28AF084B-6B8B-448D-9A2A-A517A00516B1}" type="presParOf" srcId="{9E1C5457-8FE7-43C9-9134-BC7BB3A31566}" destId="{4ECB3DBC-B9BE-43A5-B5B4-66B8A155D170}" srcOrd="1" destOrd="0" presId="urn:microsoft.com/office/officeart/2005/8/layout/vProcess5"/>
    <dgm:cxn modelId="{2567AE02-FB51-48F8-B446-AD194E5DAE63}" type="presParOf" srcId="{9E1C5457-8FE7-43C9-9134-BC7BB3A31566}" destId="{A7F1C140-E012-4CB5-AC7E-BAC0BD752B2A}" srcOrd="2" destOrd="0" presId="urn:microsoft.com/office/officeart/2005/8/layout/vProcess5"/>
    <dgm:cxn modelId="{6E1E4801-1174-4C4A-9928-BCE6531CB465}" type="presParOf" srcId="{9E1C5457-8FE7-43C9-9134-BC7BB3A31566}" destId="{327D2DDB-EAC0-4045-95A0-BDE0640A7588}" srcOrd="3" destOrd="0" presId="urn:microsoft.com/office/officeart/2005/8/layout/vProcess5"/>
    <dgm:cxn modelId="{6A6E965B-A9A4-4997-A33A-CF5998264FEE}" type="presParOf" srcId="{9E1C5457-8FE7-43C9-9134-BC7BB3A31566}" destId="{920B04D9-EFE3-454B-86D8-6B23537EF8EB}" srcOrd="4" destOrd="0" presId="urn:microsoft.com/office/officeart/2005/8/layout/vProcess5"/>
    <dgm:cxn modelId="{DE749D89-14A7-441B-8A56-5C93ADCD591E}" type="presParOf" srcId="{9E1C5457-8FE7-43C9-9134-BC7BB3A31566}" destId="{7A98DDF4-540B-4123-87D1-BD9A29EE9543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B3CCAE6-7EC9-423D-8736-95925A7B5F6C}" type="doc">
      <dgm:prSet loTypeId="urn:microsoft.com/office/officeart/2005/8/layout/process4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A5D9FF87-AC35-419D-ADBE-760CBB289A46}">
      <dgm:prSet phldrT="[Texto]" phldr="0" custT="1"/>
      <dgm:spPr/>
      <dgm:t>
        <a:bodyPr/>
        <a:lstStyle/>
        <a:p>
          <a:pPr algn="ctr"/>
          <a:r>
            <a:rPr lang="pt-AO" sz="2800" b="0" dirty="0">
              <a:latin typeface="Arial" panose="020B0604020202020204" pitchFamily="34" charset="0"/>
              <a:cs typeface="Arial" panose="020B0604020202020204" pitchFamily="34" charset="0"/>
            </a:rPr>
            <a:t>processo de controlo de presença académica</a:t>
          </a:r>
        </a:p>
      </dgm:t>
    </dgm:pt>
    <dgm:pt modelId="{5D2BEE05-C247-4F40-B648-39099536D14B}" type="parTrans" cxnId="{875F5419-7FEE-4B10-A035-FD8F70EF229A}">
      <dgm:prSet/>
      <dgm:spPr/>
      <dgm:t>
        <a:bodyPr/>
        <a:lstStyle/>
        <a:p>
          <a:pPr algn="ctr"/>
          <a:endParaRPr lang="pt-AO"/>
        </a:p>
      </dgm:t>
    </dgm:pt>
    <dgm:pt modelId="{6F095B17-2D58-4887-942A-6B9201DE2E4D}" type="sibTrans" cxnId="{875F5419-7FEE-4B10-A035-FD8F70EF229A}">
      <dgm:prSet/>
      <dgm:spPr/>
      <dgm:t>
        <a:bodyPr/>
        <a:lstStyle/>
        <a:p>
          <a:pPr algn="ctr"/>
          <a:endParaRPr lang="pt-AO"/>
        </a:p>
      </dgm:t>
    </dgm:pt>
    <dgm:pt modelId="{8397A243-FBDB-495E-8461-AB34CEA19371}">
      <dgm:prSet phldrT="[Texto]" custT="1"/>
      <dgm:spPr/>
      <dgm:t>
        <a:bodyPr/>
        <a:lstStyle/>
        <a:p>
          <a:pPr algn="ctr"/>
          <a:r>
            <a:rPr lang="pt-BR" sz="2800" dirty="0">
              <a:latin typeface="Arial" panose="020B0604020202020204" pitchFamily="34" charset="0"/>
              <a:cs typeface="Arial" panose="020B0604020202020204" pitchFamily="34" charset="0"/>
            </a:rPr>
            <a:t>Evolução dos sistemas biométricos</a:t>
          </a:r>
          <a:endParaRPr lang="pt-AO" sz="2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6D1556-554D-44FE-B0B1-D540EFF6AE20}" type="parTrans" cxnId="{D78A93AF-74D5-4AEB-A1E7-1EB84AC154B0}">
      <dgm:prSet/>
      <dgm:spPr/>
      <dgm:t>
        <a:bodyPr/>
        <a:lstStyle/>
        <a:p>
          <a:pPr algn="ctr"/>
          <a:endParaRPr lang="pt-AO"/>
        </a:p>
      </dgm:t>
    </dgm:pt>
    <dgm:pt modelId="{E2F28B63-58C6-4D8B-BF90-A4538E4F6978}" type="sibTrans" cxnId="{D78A93AF-74D5-4AEB-A1E7-1EB84AC154B0}">
      <dgm:prSet/>
      <dgm:spPr/>
      <dgm:t>
        <a:bodyPr/>
        <a:lstStyle/>
        <a:p>
          <a:pPr algn="ctr"/>
          <a:endParaRPr lang="pt-AO"/>
        </a:p>
      </dgm:t>
    </dgm:pt>
    <dgm:pt modelId="{253A26C0-3F35-4F6B-BE80-43E038DA1F2D}">
      <dgm:prSet phldrT="[Texto]" custT="1"/>
      <dgm:spPr/>
      <dgm:t>
        <a:bodyPr/>
        <a:lstStyle/>
        <a:p>
          <a:pPr algn="ctr"/>
          <a:r>
            <a:rPr lang="pt-BR" sz="2800" b="0" dirty="0">
              <a:latin typeface="Arial" panose="020B0604020202020204" pitchFamily="34" charset="0"/>
              <a:cs typeface="Arial" panose="020B0604020202020204" pitchFamily="34" charset="0"/>
            </a:rPr>
            <a:t>Reconhecimento facial</a:t>
          </a:r>
          <a:endParaRPr lang="pt-AO" sz="2800" dirty="0"/>
        </a:p>
      </dgm:t>
    </dgm:pt>
    <dgm:pt modelId="{55816626-CEFE-4BC8-9363-17DD3435864D}" type="parTrans" cxnId="{6C1A00D9-5F53-4FA4-89FA-ADCBE3410DA8}">
      <dgm:prSet/>
      <dgm:spPr/>
      <dgm:t>
        <a:bodyPr/>
        <a:lstStyle/>
        <a:p>
          <a:pPr algn="ctr"/>
          <a:endParaRPr lang="pt-AO"/>
        </a:p>
      </dgm:t>
    </dgm:pt>
    <dgm:pt modelId="{4409298A-ABEE-4726-93ED-CC5C54AD41E6}" type="sibTrans" cxnId="{6C1A00D9-5F53-4FA4-89FA-ADCBE3410DA8}">
      <dgm:prSet/>
      <dgm:spPr/>
      <dgm:t>
        <a:bodyPr/>
        <a:lstStyle/>
        <a:p>
          <a:pPr algn="ctr"/>
          <a:endParaRPr lang="pt-AO"/>
        </a:p>
      </dgm:t>
    </dgm:pt>
    <dgm:pt modelId="{A859213A-8916-4E87-970E-C5E59B9F2E48}" type="pres">
      <dgm:prSet presAssocID="{2B3CCAE6-7EC9-423D-8736-95925A7B5F6C}" presName="Name0" presStyleCnt="0">
        <dgm:presLayoutVars>
          <dgm:dir/>
          <dgm:animLvl val="lvl"/>
          <dgm:resizeHandles val="exact"/>
        </dgm:presLayoutVars>
      </dgm:prSet>
      <dgm:spPr/>
    </dgm:pt>
    <dgm:pt modelId="{C88AE5C5-CA79-41B4-937D-B272DC1AF787}" type="pres">
      <dgm:prSet presAssocID="{253A26C0-3F35-4F6B-BE80-43E038DA1F2D}" presName="boxAndChildren" presStyleCnt="0"/>
      <dgm:spPr/>
    </dgm:pt>
    <dgm:pt modelId="{CF2C119E-D860-4631-ADB7-13456402A99E}" type="pres">
      <dgm:prSet presAssocID="{253A26C0-3F35-4F6B-BE80-43E038DA1F2D}" presName="parentTextBox" presStyleLbl="node1" presStyleIdx="0" presStyleCnt="3"/>
      <dgm:spPr/>
    </dgm:pt>
    <dgm:pt modelId="{3B8D4980-79DA-4C3E-A73C-E907D24E244D}" type="pres">
      <dgm:prSet presAssocID="{E2F28B63-58C6-4D8B-BF90-A4538E4F6978}" presName="sp" presStyleCnt="0"/>
      <dgm:spPr/>
    </dgm:pt>
    <dgm:pt modelId="{4690BC6A-7ADE-4165-94BE-31CAD6410C6B}" type="pres">
      <dgm:prSet presAssocID="{8397A243-FBDB-495E-8461-AB34CEA19371}" presName="arrowAndChildren" presStyleCnt="0"/>
      <dgm:spPr/>
    </dgm:pt>
    <dgm:pt modelId="{1A72417E-2F96-4A80-9380-65B3D956D3B1}" type="pres">
      <dgm:prSet presAssocID="{8397A243-FBDB-495E-8461-AB34CEA19371}" presName="parentTextArrow" presStyleLbl="node1" presStyleIdx="1" presStyleCnt="3"/>
      <dgm:spPr/>
    </dgm:pt>
    <dgm:pt modelId="{ECC85A6B-5ADB-4561-8A7A-795E00901D77}" type="pres">
      <dgm:prSet presAssocID="{6F095B17-2D58-4887-942A-6B9201DE2E4D}" presName="sp" presStyleCnt="0"/>
      <dgm:spPr/>
    </dgm:pt>
    <dgm:pt modelId="{1ECD40D3-5913-466F-8014-FA4D8D1B35A3}" type="pres">
      <dgm:prSet presAssocID="{A5D9FF87-AC35-419D-ADBE-760CBB289A46}" presName="arrowAndChildren" presStyleCnt="0"/>
      <dgm:spPr/>
    </dgm:pt>
    <dgm:pt modelId="{48EFBF68-6265-4B6F-B98B-EE74E8569DFC}" type="pres">
      <dgm:prSet presAssocID="{A5D9FF87-AC35-419D-ADBE-760CBB289A46}" presName="parentTextArrow" presStyleLbl="node1" presStyleIdx="2" presStyleCnt="3"/>
      <dgm:spPr/>
    </dgm:pt>
  </dgm:ptLst>
  <dgm:cxnLst>
    <dgm:cxn modelId="{875F5419-7FEE-4B10-A035-FD8F70EF229A}" srcId="{2B3CCAE6-7EC9-423D-8736-95925A7B5F6C}" destId="{A5D9FF87-AC35-419D-ADBE-760CBB289A46}" srcOrd="0" destOrd="0" parTransId="{5D2BEE05-C247-4F40-B648-39099536D14B}" sibTransId="{6F095B17-2D58-4887-942A-6B9201DE2E4D}"/>
    <dgm:cxn modelId="{DDCF1320-70D4-4C2C-BA19-7AA4D44B1C26}" type="presOf" srcId="{A5D9FF87-AC35-419D-ADBE-760CBB289A46}" destId="{48EFBF68-6265-4B6F-B98B-EE74E8569DFC}" srcOrd="0" destOrd="0" presId="urn:microsoft.com/office/officeart/2005/8/layout/process4"/>
    <dgm:cxn modelId="{E5E27998-3ADE-4C18-AF1C-39965AA2C1F3}" type="presOf" srcId="{253A26C0-3F35-4F6B-BE80-43E038DA1F2D}" destId="{CF2C119E-D860-4631-ADB7-13456402A99E}" srcOrd="0" destOrd="0" presId="urn:microsoft.com/office/officeart/2005/8/layout/process4"/>
    <dgm:cxn modelId="{D78A93AF-74D5-4AEB-A1E7-1EB84AC154B0}" srcId="{2B3CCAE6-7EC9-423D-8736-95925A7B5F6C}" destId="{8397A243-FBDB-495E-8461-AB34CEA19371}" srcOrd="1" destOrd="0" parTransId="{886D1556-554D-44FE-B0B1-D540EFF6AE20}" sibTransId="{E2F28B63-58C6-4D8B-BF90-A4538E4F6978}"/>
    <dgm:cxn modelId="{E0A9B0CE-2C64-49C7-B4DD-9371A4D37ADC}" type="presOf" srcId="{2B3CCAE6-7EC9-423D-8736-95925A7B5F6C}" destId="{A859213A-8916-4E87-970E-C5E59B9F2E48}" srcOrd="0" destOrd="0" presId="urn:microsoft.com/office/officeart/2005/8/layout/process4"/>
    <dgm:cxn modelId="{6C1A00D9-5F53-4FA4-89FA-ADCBE3410DA8}" srcId="{2B3CCAE6-7EC9-423D-8736-95925A7B5F6C}" destId="{253A26C0-3F35-4F6B-BE80-43E038DA1F2D}" srcOrd="2" destOrd="0" parTransId="{55816626-CEFE-4BC8-9363-17DD3435864D}" sibTransId="{4409298A-ABEE-4726-93ED-CC5C54AD41E6}"/>
    <dgm:cxn modelId="{DA57E2F0-8BE8-496B-BCEF-140CDE53D5AA}" type="presOf" srcId="{8397A243-FBDB-495E-8461-AB34CEA19371}" destId="{1A72417E-2F96-4A80-9380-65B3D956D3B1}" srcOrd="0" destOrd="0" presId="urn:microsoft.com/office/officeart/2005/8/layout/process4"/>
    <dgm:cxn modelId="{D14A59EA-FCAC-4316-A30E-375B11A894A2}" type="presParOf" srcId="{A859213A-8916-4E87-970E-C5E59B9F2E48}" destId="{C88AE5C5-CA79-41B4-937D-B272DC1AF787}" srcOrd="0" destOrd="0" presId="urn:microsoft.com/office/officeart/2005/8/layout/process4"/>
    <dgm:cxn modelId="{29DDA1D0-84EA-403D-8F29-4311B0547871}" type="presParOf" srcId="{C88AE5C5-CA79-41B4-937D-B272DC1AF787}" destId="{CF2C119E-D860-4631-ADB7-13456402A99E}" srcOrd="0" destOrd="0" presId="urn:microsoft.com/office/officeart/2005/8/layout/process4"/>
    <dgm:cxn modelId="{95EF2718-9007-436D-97B8-9F07996C809E}" type="presParOf" srcId="{A859213A-8916-4E87-970E-C5E59B9F2E48}" destId="{3B8D4980-79DA-4C3E-A73C-E907D24E244D}" srcOrd="1" destOrd="0" presId="urn:microsoft.com/office/officeart/2005/8/layout/process4"/>
    <dgm:cxn modelId="{D9FAFDE7-C5CE-44D4-A7AC-912B20BA6723}" type="presParOf" srcId="{A859213A-8916-4E87-970E-C5E59B9F2E48}" destId="{4690BC6A-7ADE-4165-94BE-31CAD6410C6B}" srcOrd="2" destOrd="0" presId="urn:microsoft.com/office/officeart/2005/8/layout/process4"/>
    <dgm:cxn modelId="{885A800D-DD95-4B68-8BCD-4E3D7175B0C9}" type="presParOf" srcId="{4690BC6A-7ADE-4165-94BE-31CAD6410C6B}" destId="{1A72417E-2F96-4A80-9380-65B3D956D3B1}" srcOrd="0" destOrd="0" presId="urn:microsoft.com/office/officeart/2005/8/layout/process4"/>
    <dgm:cxn modelId="{995426DF-4E83-49E4-8CD3-E8EAA0D9DD56}" type="presParOf" srcId="{A859213A-8916-4E87-970E-C5E59B9F2E48}" destId="{ECC85A6B-5ADB-4561-8A7A-795E00901D77}" srcOrd="3" destOrd="0" presId="urn:microsoft.com/office/officeart/2005/8/layout/process4"/>
    <dgm:cxn modelId="{ACF73049-50D9-4F7C-BE23-1EFBD9F6366B}" type="presParOf" srcId="{A859213A-8916-4E87-970E-C5E59B9F2E48}" destId="{1ECD40D3-5913-466F-8014-FA4D8D1B35A3}" srcOrd="4" destOrd="0" presId="urn:microsoft.com/office/officeart/2005/8/layout/process4"/>
    <dgm:cxn modelId="{BA0F8CBA-10D7-454D-BFAC-40789CB68898}" type="presParOf" srcId="{1ECD40D3-5913-466F-8014-FA4D8D1B35A3}" destId="{48EFBF68-6265-4B6F-B98B-EE74E8569DF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90BACD7-E8E6-433F-8A4E-45E0CE0FA402}" type="doc">
      <dgm:prSet loTypeId="urn:microsoft.com/office/officeart/2008/layout/BendingPictureBlocks" loCatId="picture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D126E015-63EA-4B67-87B9-1A71C127C6B2}">
      <dgm:prSet phldrT="[Texto]" phldr="0" custT="1"/>
      <dgm:spPr/>
      <dgm:t>
        <a:bodyPr/>
        <a:lstStyle/>
        <a:p>
          <a:r>
            <a:rPr lang="pt-BR" sz="2400" dirty="0">
              <a:latin typeface="Arial" panose="020B0604020202020204" pitchFamily="34" charset="0"/>
              <a:cs typeface="Arial" panose="020B0604020202020204" pitchFamily="34" charset="0"/>
            </a:rPr>
            <a:t>HikVision</a:t>
          </a:r>
          <a:endParaRPr lang="pt-AO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E7077F4-4F32-470F-9DC0-1D5CC62FC059}" type="parTrans" cxnId="{0A558379-597C-4487-9711-7639B52E4B64}">
      <dgm:prSet/>
      <dgm:spPr/>
      <dgm:t>
        <a:bodyPr/>
        <a:lstStyle/>
        <a:p>
          <a:endParaRPr lang="pt-AO"/>
        </a:p>
      </dgm:t>
    </dgm:pt>
    <dgm:pt modelId="{36AD0E1A-1EAA-4F80-B398-BDF270A07CD4}" type="sibTrans" cxnId="{0A558379-597C-4487-9711-7639B52E4B64}">
      <dgm:prSet/>
      <dgm:spPr/>
      <dgm:t>
        <a:bodyPr/>
        <a:lstStyle/>
        <a:p>
          <a:endParaRPr lang="pt-AO"/>
        </a:p>
      </dgm:t>
    </dgm:pt>
    <dgm:pt modelId="{4A1985B8-844F-49B9-B1A2-DBE23FB9C897}">
      <dgm:prSet phldrT="[Texto]" phldr="0" custT="1"/>
      <dgm:spPr/>
      <dgm:t>
        <a:bodyPr/>
        <a:lstStyle/>
        <a:p>
          <a:r>
            <a:rPr lang="pt-BR" sz="2400" dirty="0">
              <a:latin typeface="Arial" panose="020B0604020202020204" pitchFamily="34" charset="0"/>
              <a:cs typeface="Arial" panose="020B0604020202020204" pitchFamily="34" charset="0"/>
            </a:rPr>
            <a:t>Informa Escola</a:t>
          </a:r>
          <a:endParaRPr lang="pt-AO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21F5386-2EE2-4869-9DC2-6A766DA8E68D}" type="parTrans" cxnId="{2EE07843-35F6-492F-9352-5DE34F73625B}">
      <dgm:prSet/>
      <dgm:spPr/>
      <dgm:t>
        <a:bodyPr/>
        <a:lstStyle/>
        <a:p>
          <a:endParaRPr lang="pt-AO"/>
        </a:p>
      </dgm:t>
    </dgm:pt>
    <dgm:pt modelId="{83A9C95C-5E78-41BC-B1DA-DB88202A06AF}" type="sibTrans" cxnId="{2EE07843-35F6-492F-9352-5DE34F73625B}">
      <dgm:prSet/>
      <dgm:spPr/>
      <dgm:t>
        <a:bodyPr/>
        <a:lstStyle/>
        <a:p>
          <a:endParaRPr lang="pt-AO"/>
        </a:p>
      </dgm:t>
    </dgm:pt>
    <dgm:pt modelId="{2A898C24-98AD-4409-9139-04D9F7B7CECD}">
      <dgm:prSet phldrT="[Texto]" phldr="0" custT="1"/>
      <dgm:spPr/>
      <dgm:t>
        <a:bodyPr/>
        <a:lstStyle/>
        <a:p>
          <a:r>
            <a:rPr lang="pt-BR" sz="2400" dirty="0">
              <a:latin typeface="Arial" panose="020B0604020202020204" pitchFamily="34" charset="0"/>
              <a:cs typeface="Arial" panose="020B0604020202020204" pitchFamily="34" charset="0"/>
            </a:rPr>
            <a:t>PontoTel/Ahgora</a:t>
          </a:r>
          <a:endParaRPr lang="pt-AO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618446-61E7-4C76-8C65-1ADF4E4E969C}" type="parTrans" cxnId="{B6F5CC72-32C8-4528-B0F0-606391B2A58A}">
      <dgm:prSet/>
      <dgm:spPr/>
      <dgm:t>
        <a:bodyPr/>
        <a:lstStyle/>
        <a:p>
          <a:endParaRPr lang="pt-AO"/>
        </a:p>
      </dgm:t>
    </dgm:pt>
    <dgm:pt modelId="{039E24F7-DFAD-4228-A95D-D89455BA6769}" type="sibTrans" cxnId="{B6F5CC72-32C8-4528-B0F0-606391B2A58A}">
      <dgm:prSet/>
      <dgm:spPr/>
      <dgm:t>
        <a:bodyPr/>
        <a:lstStyle/>
        <a:p>
          <a:endParaRPr lang="pt-AO"/>
        </a:p>
      </dgm:t>
    </dgm:pt>
    <dgm:pt modelId="{3DC45FB8-B2F8-446B-92CB-17B23E5E22E1}" type="pres">
      <dgm:prSet presAssocID="{A90BACD7-E8E6-433F-8A4E-45E0CE0FA402}" presName="Name0" presStyleCnt="0">
        <dgm:presLayoutVars>
          <dgm:dir/>
          <dgm:resizeHandles/>
        </dgm:presLayoutVars>
      </dgm:prSet>
      <dgm:spPr/>
    </dgm:pt>
    <dgm:pt modelId="{D3D44CD6-48E5-4C8E-B3FF-E77C3B1170BD}" type="pres">
      <dgm:prSet presAssocID="{D126E015-63EA-4B67-87B9-1A71C127C6B2}" presName="composite" presStyleCnt="0"/>
      <dgm:spPr/>
    </dgm:pt>
    <dgm:pt modelId="{798E9FD6-F68E-4739-A8FE-101D3B199F04}" type="pres">
      <dgm:prSet presAssocID="{D126E015-63EA-4B67-87B9-1A71C127C6B2}" presName="rect1" presStyleLbl="bgImgPlace1" presStyleIdx="0" presStyleCnt="3"/>
      <dgm:spPr>
        <a:blipFill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087F578C-C846-4F9E-A01C-68899DF06324}" type="pres">
      <dgm:prSet presAssocID="{D126E015-63EA-4B67-87B9-1A71C127C6B2}" presName="rect2" presStyleLbl="node1" presStyleIdx="0" presStyleCnt="3" custScaleX="132223">
        <dgm:presLayoutVars>
          <dgm:bulletEnabled val="1"/>
        </dgm:presLayoutVars>
      </dgm:prSet>
      <dgm:spPr/>
    </dgm:pt>
    <dgm:pt modelId="{7A3A6B33-AF4C-4442-A0A5-1A5B3D981D0B}" type="pres">
      <dgm:prSet presAssocID="{36AD0E1A-1EAA-4F80-B398-BDF270A07CD4}" presName="sibTrans" presStyleCnt="0"/>
      <dgm:spPr/>
    </dgm:pt>
    <dgm:pt modelId="{79F95201-8F9A-4765-BE7E-394EFE6B04DB}" type="pres">
      <dgm:prSet presAssocID="{4A1985B8-844F-49B9-B1A2-DBE23FB9C897}" presName="composite" presStyleCnt="0"/>
      <dgm:spPr/>
    </dgm:pt>
    <dgm:pt modelId="{7FDE05BD-1A4B-4740-AB7D-BF664F3362BB}" type="pres">
      <dgm:prSet presAssocID="{4A1985B8-844F-49B9-B1A2-DBE23FB9C897}" presName="rect1" presStyleLbl="bgImgPlace1" presStyleIdx="1" presStyleCnt="3"/>
      <dgm:spPr>
        <a:blipFill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4000" r="-34000"/>
          </a:stretch>
        </a:blipFill>
      </dgm:spPr>
    </dgm:pt>
    <dgm:pt modelId="{9BAC0BF6-FEB9-4FB0-8B3E-765DE4D53173}" type="pres">
      <dgm:prSet presAssocID="{4A1985B8-844F-49B9-B1A2-DBE23FB9C897}" presName="rect2" presStyleLbl="node1" presStyleIdx="1" presStyleCnt="3" custScaleX="111842">
        <dgm:presLayoutVars>
          <dgm:bulletEnabled val="1"/>
        </dgm:presLayoutVars>
      </dgm:prSet>
      <dgm:spPr/>
    </dgm:pt>
    <dgm:pt modelId="{BC00688B-AFDC-465A-8D72-D19B29E438A7}" type="pres">
      <dgm:prSet presAssocID="{83A9C95C-5E78-41BC-B1DA-DB88202A06AF}" presName="sibTrans" presStyleCnt="0"/>
      <dgm:spPr/>
    </dgm:pt>
    <dgm:pt modelId="{42E69A95-690A-4F33-9ABB-5A7339B44C90}" type="pres">
      <dgm:prSet presAssocID="{2A898C24-98AD-4409-9139-04D9F7B7CECD}" presName="composite" presStyleCnt="0"/>
      <dgm:spPr/>
    </dgm:pt>
    <dgm:pt modelId="{1406E9E6-3C12-4C84-B424-7B10CBEF35D4}" type="pres">
      <dgm:prSet presAssocID="{2A898C24-98AD-4409-9139-04D9F7B7CECD}" presName="rect1" presStyleLbl="bgImgPlace1" presStyleIdx="2" presStyleCnt="3"/>
      <dgm:spPr>
        <a:blipFill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2000" r="-22000"/>
          </a:stretch>
        </a:blipFill>
      </dgm:spPr>
    </dgm:pt>
    <dgm:pt modelId="{52997BEF-99F5-4C90-930E-9F501717F970}" type="pres">
      <dgm:prSet presAssocID="{2A898C24-98AD-4409-9139-04D9F7B7CECD}" presName="rect2" presStyleLbl="node1" presStyleIdx="2" presStyleCnt="3" custScaleX="155895">
        <dgm:presLayoutVars>
          <dgm:bulletEnabled val="1"/>
        </dgm:presLayoutVars>
      </dgm:prSet>
      <dgm:spPr/>
    </dgm:pt>
  </dgm:ptLst>
  <dgm:cxnLst>
    <dgm:cxn modelId="{2EE07843-35F6-492F-9352-5DE34F73625B}" srcId="{A90BACD7-E8E6-433F-8A4E-45E0CE0FA402}" destId="{4A1985B8-844F-49B9-B1A2-DBE23FB9C897}" srcOrd="1" destOrd="0" parTransId="{221F5386-2EE2-4869-9DC2-6A766DA8E68D}" sibTransId="{83A9C95C-5E78-41BC-B1DA-DB88202A06AF}"/>
    <dgm:cxn modelId="{B6F5CC72-32C8-4528-B0F0-606391B2A58A}" srcId="{A90BACD7-E8E6-433F-8A4E-45E0CE0FA402}" destId="{2A898C24-98AD-4409-9139-04D9F7B7CECD}" srcOrd="2" destOrd="0" parTransId="{99618446-61E7-4C76-8C65-1ADF4E4E969C}" sibTransId="{039E24F7-DFAD-4228-A95D-D89455BA6769}"/>
    <dgm:cxn modelId="{0A558379-597C-4487-9711-7639B52E4B64}" srcId="{A90BACD7-E8E6-433F-8A4E-45E0CE0FA402}" destId="{D126E015-63EA-4B67-87B9-1A71C127C6B2}" srcOrd="0" destOrd="0" parTransId="{BE7077F4-4F32-470F-9DC0-1D5CC62FC059}" sibTransId="{36AD0E1A-1EAA-4F80-B398-BDF270A07CD4}"/>
    <dgm:cxn modelId="{4E774F96-F99E-4E53-B860-A23FA8582E94}" type="presOf" srcId="{4A1985B8-844F-49B9-B1A2-DBE23FB9C897}" destId="{9BAC0BF6-FEB9-4FB0-8B3E-765DE4D53173}" srcOrd="0" destOrd="0" presId="urn:microsoft.com/office/officeart/2008/layout/BendingPictureBlocks"/>
    <dgm:cxn modelId="{A1C401B1-0491-4694-A397-55B5C2B82C1B}" type="presOf" srcId="{2A898C24-98AD-4409-9139-04D9F7B7CECD}" destId="{52997BEF-99F5-4C90-930E-9F501717F970}" srcOrd="0" destOrd="0" presId="urn:microsoft.com/office/officeart/2008/layout/BendingPictureBlocks"/>
    <dgm:cxn modelId="{E595ADC1-4D7B-40AE-B311-FFCE75EA6523}" type="presOf" srcId="{A90BACD7-E8E6-433F-8A4E-45E0CE0FA402}" destId="{3DC45FB8-B2F8-446B-92CB-17B23E5E22E1}" srcOrd="0" destOrd="0" presId="urn:microsoft.com/office/officeart/2008/layout/BendingPictureBlocks"/>
    <dgm:cxn modelId="{1A9C4CD5-CCFA-41D7-89A8-3D584C95D15E}" type="presOf" srcId="{D126E015-63EA-4B67-87B9-1A71C127C6B2}" destId="{087F578C-C846-4F9E-A01C-68899DF06324}" srcOrd="0" destOrd="0" presId="urn:microsoft.com/office/officeart/2008/layout/BendingPictureBlocks"/>
    <dgm:cxn modelId="{5867719C-1957-4C22-9D88-E737D1DA4222}" type="presParOf" srcId="{3DC45FB8-B2F8-446B-92CB-17B23E5E22E1}" destId="{D3D44CD6-48E5-4C8E-B3FF-E77C3B1170BD}" srcOrd="0" destOrd="0" presId="urn:microsoft.com/office/officeart/2008/layout/BendingPictureBlocks"/>
    <dgm:cxn modelId="{22CEC454-94B1-4ECF-BB87-1065400C2F1D}" type="presParOf" srcId="{D3D44CD6-48E5-4C8E-B3FF-E77C3B1170BD}" destId="{798E9FD6-F68E-4739-A8FE-101D3B199F04}" srcOrd="0" destOrd="0" presId="urn:microsoft.com/office/officeart/2008/layout/BendingPictureBlocks"/>
    <dgm:cxn modelId="{D3044C71-819D-48FE-9F0E-8C8D033ABF0E}" type="presParOf" srcId="{D3D44CD6-48E5-4C8E-B3FF-E77C3B1170BD}" destId="{087F578C-C846-4F9E-A01C-68899DF06324}" srcOrd="1" destOrd="0" presId="urn:microsoft.com/office/officeart/2008/layout/BendingPictureBlocks"/>
    <dgm:cxn modelId="{B575C287-6338-4686-8BE4-315DC111F74B}" type="presParOf" srcId="{3DC45FB8-B2F8-446B-92CB-17B23E5E22E1}" destId="{7A3A6B33-AF4C-4442-A0A5-1A5B3D981D0B}" srcOrd="1" destOrd="0" presId="urn:microsoft.com/office/officeart/2008/layout/BendingPictureBlocks"/>
    <dgm:cxn modelId="{0545316E-DFF3-4A85-857A-91ECC72CE5F0}" type="presParOf" srcId="{3DC45FB8-B2F8-446B-92CB-17B23E5E22E1}" destId="{79F95201-8F9A-4765-BE7E-394EFE6B04DB}" srcOrd="2" destOrd="0" presId="urn:microsoft.com/office/officeart/2008/layout/BendingPictureBlocks"/>
    <dgm:cxn modelId="{2B70A5A7-9588-47C5-BF23-4B8B03BE1806}" type="presParOf" srcId="{79F95201-8F9A-4765-BE7E-394EFE6B04DB}" destId="{7FDE05BD-1A4B-4740-AB7D-BF664F3362BB}" srcOrd="0" destOrd="0" presId="urn:microsoft.com/office/officeart/2008/layout/BendingPictureBlocks"/>
    <dgm:cxn modelId="{C66A041E-7B5E-4270-B19F-5A2815D0916A}" type="presParOf" srcId="{79F95201-8F9A-4765-BE7E-394EFE6B04DB}" destId="{9BAC0BF6-FEB9-4FB0-8B3E-765DE4D53173}" srcOrd="1" destOrd="0" presId="urn:microsoft.com/office/officeart/2008/layout/BendingPictureBlocks"/>
    <dgm:cxn modelId="{132D4260-3F99-4BF5-B3C0-C6A7821AA8B2}" type="presParOf" srcId="{3DC45FB8-B2F8-446B-92CB-17B23E5E22E1}" destId="{BC00688B-AFDC-465A-8D72-D19B29E438A7}" srcOrd="3" destOrd="0" presId="urn:microsoft.com/office/officeart/2008/layout/BendingPictureBlocks"/>
    <dgm:cxn modelId="{D266962A-06C3-421B-8523-1F3C5021E918}" type="presParOf" srcId="{3DC45FB8-B2F8-446B-92CB-17B23E5E22E1}" destId="{42E69A95-690A-4F33-9ABB-5A7339B44C90}" srcOrd="4" destOrd="0" presId="urn:microsoft.com/office/officeart/2008/layout/BendingPictureBlocks"/>
    <dgm:cxn modelId="{6DA45340-8154-4484-9710-820C194D79C2}" type="presParOf" srcId="{42E69A95-690A-4F33-9ABB-5A7339B44C90}" destId="{1406E9E6-3C12-4C84-B424-7B10CBEF35D4}" srcOrd="0" destOrd="0" presId="urn:microsoft.com/office/officeart/2008/layout/BendingPictureBlocks"/>
    <dgm:cxn modelId="{575FA664-704A-4AE9-887C-928B1CE496B9}" type="presParOf" srcId="{42E69A95-690A-4F33-9ABB-5A7339B44C90}" destId="{52997BEF-99F5-4C90-930E-9F501717F970}" srcOrd="1" destOrd="0" presId="urn:microsoft.com/office/officeart/2008/layout/Bending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0F3ECE8-AD51-4899-9936-221F47A94E7F}" type="doc">
      <dgm:prSet loTypeId="urn:microsoft.com/office/officeart/2005/8/layout/cycle7" loCatId="cycle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3B0CAA87-3D76-45C4-A04C-246C5909AA88}">
      <dgm:prSet phldrT="[Texto]" custT="1"/>
      <dgm:spPr/>
      <dgm:t>
        <a:bodyPr/>
        <a:lstStyle/>
        <a:p>
          <a:r>
            <a:rPr lang="pt-BR" sz="3600" dirty="0">
              <a:latin typeface="Arial" panose="020B0604020202020204" pitchFamily="34" charset="0"/>
              <a:cs typeface="Arial" panose="020B0604020202020204" pitchFamily="34" charset="0"/>
            </a:rPr>
            <a:t>Tradicionais</a:t>
          </a:r>
          <a:endParaRPr lang="pt-AO" sz="3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0858018-EDB5-44BA-AC33-50FD65AFA1D8}" type="sibTrans" cxnId="{B2AAE450-E0FD-4E0E-8A2B-312D80CC5E51}">
      <dgm:prSet/>
      <dgm:spPr/>
      <dgm:t>
        <a:bodyPr/>
        <a:lstStyle/>
        <a:p>
          <a:endParaRPr lang="pt-AO"/>
        </a:p>
      </dgm:t>
    </dgm:pt>
    <dgm:pt modelId="{00A0855E-D1B8-4304-B4AD-961AB1A46AC2}" type="parTrans" cxnId="{B2AAE450-E0FD-4E0E-8A2B-312D80CC5E51}">
      <dgm:prSet/>
      <dgm:spPr/>
      <dgm:t>
        <a:bodyPr/>
        <a:lstStyle/>
        <a:p>
          <a:endParaRPr lang="pt-AO"/>
        </a:p>
      </dgm:t>
    </dgm:pt>
    <dgm:pt modelId="{5A23233C-3170-40D8-A9DF-F5B33AC313B2}">
      <dgm:prSet phldrT="[Texto]" phldr="0" custT="1"/>
      <dgm:spPr/>
      <dgm:t>
        <a:bodyPr/>
        <a:lstStyle/>
        <a:p>
          <a:r>
            <a:rPr lang="pt-BR" sz="3600" dirty="0">
              <a:latin typeface="Arial" panose="020B0604020202020204" pitchFamily="34" charset="0"/>
              <a:cs typeface="Arial" panose="020B0604020202020204" pitchFamily="34" charset="0"/>
            </a:rPr>
            <a:t>Ágeis</a:t>
          </a:r>
          <a:endParaRPr lang="pt-AO" sz="3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D7E786-85DB-4657-88C0-FCE22819DE59}" type="sibTrans" cxnId="{99EF71D3-C355-4D00-A5D9-0168F598BF42}">
      <dgm:prSet/>
      <dgm:spPr/>
      <dgm:t>
        <a:bodyPr/>
        <a:lstStyle/>
        <a:p>
          <a:endParaRPr lang="pt-AO"/>
        </a:p>
      </dgm:t>
    </dgm:pt>
    <dgm:pt modelId="{4A185D41-2CBF-4CCD-BB6E-51B05C168B2A}" type="parTrans" cxnId="{99EF71D3-C355-4D00-A5D9-0168F598BF42}">
      <dgm:prSet/>
      <dgm:spPr/>
      <dgm:t>
        <a:bodyPr/>
        <a:lstStyle/>
        <a:p>
          <a:endParaRPr lang="pt-AO"/>
        </a:p>
      </dgm:t>
    </dgm:pt>
    <dgm:pt modelId="{0D01E679-C51E-43B9-9FC9-3DE28EA18F41}">
      <dgm:prSet phldrT="[Texto]" phldr="0" custT="1"/>
      <dgm:spPr/>
      <dgm:t>
        <a:bodyPr/>
        <a:lstStyle/>
        <a:p>
          <a:r>
            <a:rPr lang="pt-BR" sz="3200" b="1" dirty="0">
              <a:latin typeface="Arial" panose="020B0604020202020204" pitchFamily="34" charset="0"/>
              <a:cs typeface="Arial" panose="020B0604020202020204" pitchFamily="34" charset="0"/>
            </a:rPr>
            <a:t>Abordagens</a:t>
          </a:r>
          <a:endParaRPr lang="pt-AO" sz="32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04F14AF-40A4-49C7-B84A-480B399867EB}" type="sibTrans" cxnId="{1B8EC3CA-B3BE-423B-A3C9-F766551AD1EB}">
      <dgm:prSet/>
      <dgm:spPr/>
      <dgm:t>
        <a:bodyPr/>
        <a:lstStyle/>
        <a:p>
          <a:endParaRPr lang="pt-AO" dirty="0"/>
        </a:p>
      </dgm:t>
    </dgm:pt>
    <dgm:pt modelId="{0B1AAA9E-8623-4DC8-9E15-CE76308D95D2}" type="parTrans" cxnId="{1B8EC3CA-B3BE-423B-A3C9-F766551AD1EB}">
      <dgm:prSet/>
      <dgm:spPr/>
      <dgm:t>
        <a:bodyPr/>
        <a:lstStyle/>
        <a:p>
          <a:endParaRPr lang="pt-AO"/>
        </a:p>
      </dgm:t>
    </dgm:pt>
    <dgm:pt modelId="{F551451C-1703-43BC-96F0-D425CC476B7A}" type="pres">
      <dgm:prSet presAssocID="{D0F3ECE8-AD51-4899-9936-221F47A94E7F}" presName="Name0" presStyleCnt="0">
        <dgm:presLayoutVars>
          <dgm:dir/>
          <dgm:resizeHandles val="exact"/>
        </dgm:presLayoutVars>
      </dgm:prSet>
      <dgm:spPr/>
    </dgm:pt>
    <dgm:pt modelId="{2382211A-E154-46EA-8346-1753AD027B9B}" type="pres">
      <dgm:prSet presAssocID="{0D01E679-C51E-43B9-9FC9-3DE28EA18F41}" presName="node" presStyleLbl="node1" presStyleIdx="0" presStyleCnt="3" custScaleX="138665">
        <dgm:presLayoutVars>
          <dgm:bulletEnabled val="1"/>
        </dgm:presLayoutVars>
      </dgm:prSet>
      <dgm:spPr/>
    </dgm:pt>
    <dgm:pt modelId="{774EAB52-56F4-43FF-8639-239EF8136FFC}" type="pres">
      <dgm:prSet presAssocID="{804F14AF-40A4-49C7-B84A-480B399867EB}" presName="sibTrans" presStyleLbl="sibTrans2D1" presStyleIdx="0" presStyleCnt="3" custScaleX="309437"/>
      <dgm:spPr/>
    </dgm:pt>
    <dgm:pt modelId="{9B925D9A-9E0F-470C-BD0A-95ECEBF451D4}" type="pres">
      <dgm:prSet presAssocID="{804F14AF-40A4-49C7-B84A-480B399867EB}" presName="connectorText" presStyleLbl="sibTrans2D1" presStyleIdx="0" presStyleCnt="3"/>
      <dgm:spPr/>
    </dgm:pt>
    <dgm:pt modelId="{1FFDEC2A-6F25-4EA6-A0EC-3EEF2957CF93}" type="pres">
      <dgm:prSet presAssocID="{5A23233C-3170-40D8-A9DF-F5B33AC313B2}" presName="node" presStyleLbl="node1" presStyleIdx="1" presStyleCnt="3" custScaleX="143098">
        <dgm:presLayoutVars>
          <dgm:bulletEnabled val="1"/>
        </dgm:presLayoutVars>
      </dgm:prSet>
      <dgm:spPr/>
    </dgm:pt>
    <dgm:pt modelId="{867C96FE-92E5-400A-B54A-B348204EBB0E}" type="pres">
      <dgm:prSet presAssocID="{61D7E786-85DB-4657-88C0-FCE22819DE59}" presName="sibTrans" presStyleLbl="sibTrans2D1" presStyleIdx="1" presStyleCnt="3" custScaleX="127702"/>
      <dgm:spPr/>
    </dgm:pt>
    <dgm:pt modelId="{53F1B4D7-7078-414C-BBA3-C40CEC3DE084}" type="pres">
      <dgm:prSet presAssocID="{61D7E786-85DB-4657-88C0-FCE22819DE59}" presName="connectorText" presStyleLbl="sibTrans2D1" presStyleIdx="1" presStyleCnt="3"/>
      <dgm:spPr/>
    </dgm:pt>
    <dgm:pt modelId="{0EEDE29F-80A5-4D4A-9B71-C8AEA9EA2F31}" type="pres">
      <dgm:prSet presAssocID="{3B0CAA87-3D76-45C4-A04C-246C5909AA88}" presName="node" presStyleLbl="node1" presStyleIdx="2" presStyleCnt="3" custScaleX="138379">
        <dgm:presLayoutVars>
          <dgm:bulletEnabled val="1"/>
        </dgm:presLayoutVars>
      </dgm:prSet>
      <dgm:spPr/>
    </dgm:pt>
    <dgm:pt modelId="{26D6D184-9BB8-420C-8426-B0B08B9E4C1E}" type="pres">
      <dgm:prSet presAssocID="{C0858018-EDB5-44BA-AC33-50FD65AFA1D8}" presName="sibTrans" presStyleLbl="sibTrans2D1" presStyleIdx="2" presStyleCnt="3" custScaleX="333762"/>
      <dgm:spPr/>
    </dgm:pt>
    <dgm:pt modelId="{217C422D-00A8-432D-846E-A6E6D06626A2}" type="pres">
      <dgm:prSet presAssocID="{C0858018-EDB5-44BA-AC33-50FD65AFA1D8}" presName="connectorText" presStyleLbl="sibTrans2D1" presStyleIdx="2" presStyleCnt="3"/>
      <dgm:spPr/>
    </dgm:pt>
  </dgm:ptLst>
  <dgm:cxnLst>
    <dgm:cxn modelId="{310A0032-F308-4CBB-9938-9EC5B6F8E70A}" type="presOf" srcId="{3B0CAA87-3D76-45C4-A04C-246C5909AA88}" destId="{0EEDE29F-80A5-4D4A-9B71-C8AEA9EA2F31}" srcOrd="0" destOrd="0" presId="urn:microsoft.com/office/officeart/2005/8/layout/cycle7"/>
    <dgm:cxn modelId="{42F67560-3903-40CF-9B3A-6AE965929515}" type="presOf" srcId="{61D7E786-85DB-4657-88C0-FCE22819DE59}" destId="{867C96FE-92E5-400A-B54A-B348204EBB0E}" srcOrd="0" destOrd="0" presId="urn:microsoft.com/office/officeart/2005/8/layout/cycle7"/>
    <dgm:cxn modelId="{4CD56F64-D619-4923-A677-4D1D163232F9}" type="presOf" srcId="{D0F3ECE8-AD51-4899-9936-221F47A94E7F}" destId="{F551451C-1703-43BC-96F0-D425CC476B7A}" srcOrd="0" destOrd="0" presId="urn:microsoft.com/office/officeart/2005/8/layout/cycle7"/>
    <dgm:cxn modelId="{98BF8C4D-F991-4CD6-BEFA-5CD2B645D6F0}" type="presOf" srcId="{C0858018-EDB5-44BA-AC33-50FD65AFA1D8}" destId="{26D6D184-9BB8-420C-8426-B0B08B9E4C1E}" srcOrd="0" destOrd="0" presId="urn:microsoft.com/office/officeart/2005/8/layout/cycle7"/>
    <dgm:cxn modelId="{B2AAE450-E0FD-4E0E-8A2B-312D80CC5E51}" srcId="{D0F3ECE8-AD51-4899-9936-221F47A94E7F}" destId="{3B0CAA87-3D76-45C4-A04C-246C5909AA88}" srcOrd="2" destOrd="0" parTransId="{00A0855E-D1B8-4304-B4AD-961AB1A46AC2}" sibTransId="{C0858018-EDB5-44BA-AC33-50FD65AFA1D8}"/>
    <dgm:cxn modelId="{FB908280-14D1-4856-A462-F83654A998AC}" type="presOf" srcId="{804F14AF-40A4-49C7-B84A-480B399867EB}" destId="{9B925D9A-9E0F-470C-BD0A-95ECEBF451D4}" srcOrd="1" destOrd="0" presId="urn:microsoft.com/office/officeart/2005/8/layout/cycle7"/>
    <dgm:cxn modelId="{EB03698B-9FE1-4047-AD84-0DE5715C82F4}" type="presOf" srcId="{5A23233C-3170-40D8-A9DF-F5B33AC313B2}" destId="{1FFDEC2A-6F25-4EA6-A0EC-3EEF2957CF93}" srcOrd="0" destOrd="0" presId="urn:microsoft.com/office/officeart/2005/8/layout/cycle7"/>
    <dgm:cxn modelId="{5961178C-D323-48E4-80A8-D93E1A0DE4BE}" type="presOf" srcId="{804F14AF-40A4-49C7-B84A-480B399867EB}" destId="{774EAB52-56F4-43FF-8639-239EF8136FFC}" srcOrd="0" destOrd="0" presId="urn:microsoft.com/office/officeart/2005/8/layout/cycle7"/>
    <dgm:cxn modelId="{1B8EC3CA-B3BE-423B-A3C9-F766551AD1EB}" srcId="{D0F3ECE8-AD51-4899-9936-221F47A94E7F}" destId="{0D01E679-C51E-43B9-9FC9-3DE28EA18F41}" srcOrd="0" destOrd="0" parTransId="{0B1AAA9E-8623-4DC8-9E15-CE76308D95D2}" sibTransId="{804F14AF-40A4-49C7-B84A-480B399867EB}"/>
    <dgm:cxn modelId="{99EF71D3-C355-4D00-A5D9-0168F598BF42}" srcId="{D0F3ECE8-AD51-4899-9936-221F47A94E7F}" destId="{5A23233C-3170-40D8-A9DF-F5B33AC313B2}" srcOrd="1" destOrd="0" parTransId="{4A185D41-2CBF-4CCD-BB6E-51B05C168B2A}" sibTransId="{61D7E786-85DB-4657-88C0-FCE22819DE59}"/>
    <dgm:cxn modelId="{E37E8DEF-7F12-4046-895A-7321F12EB555}" type="presOf" srcId="{0D01E679-C51E-43B9-9FC9-3DE28EA18F41}" destId="{2382211A-E154-46EA-8346-1753AD027B9B}" srcOrd="0" destOrd="0" presId="urn:microsoft.com/office/officeart/2005/8/layout/cycle7"/>
    <dgm:cxn modelId="{B2556EF4-7A9E-4AB6-8090-6B7B9672C98E}" type="presOf" srcId="{C0858018-EDB5-44BA-AC33-50FD65AFA1D8}" destId="{217C422D-00A8-432D-846E-A6E6D06626A2}" srcOrd="1" destOrd="0" presId="urn:microsoft.com/office/officeart/2005/8/layout/cycle7"/>
    <dgm:cxn modelId="{BD2368FF-6A94-45FE-8442-B2BACB375B4B}" type="presOf" srcId="{61D7E786-85DB-4657-88C0-FCE22819DE59}" destId="{53F1B4D7-7078-414C-BBA3-C40CEC3DE084}" srcOrd="1" destOrd="0" presId="urn:microsoft.com/office/officeart/2005/8/layout/cycle7"/>
    <dgm:cxn modelId="{3F3209E5-4A9A-4761-8EAC-E06210B59949}" type="presParOf" srcId="{F551451C-1703-43BC-96F0-D425CC476B7A}" destId="{2382211A-E154-46EA-8346-1753AD027B9B}" srcOrd="0" destOrd="0" presId="urn:microsoft.com/office/officeart/2005/8/layout/cycle7"/>
    <dgm:cxn modelId="{A043B4A2-49D8-45ED-A35E-5D43391E85E3}" type="presParOf" srcId="{F551451C-1703-43BC-96F0-D425CC476B7A}" destId="{774EAB52-56F4-43FF-8639-239EF8136FFC}" srcOrd="1" destOrd="0" presId="urn:microsoft.com/office/officeart/2005/8/layout/cycle7"/>
    <dgm:cxn modelId="{CCD3C550-F000-45E4-87E5-10DD936293FD}" type="presParOf" srcId="{774EAB52-56F4-43FF-8639-239EF8136FFC}" destId="{9B925D9A-9E0F-470C-BD0A-95ECEBF451D4}" srcOrd="0" destOrd="0" presId="urn:microsoft.com/office/officeart/2005/8/layout/cycle7"/>
    <dgm:cxn modelId="{B5B6BB59-B9C8-4ADC-A03C-951FD6185AC9}" type="presParOf" srcId="{F551451C-1703-43BC-96F0-D425CC476B7A}" destId="{1FFDEC2A-6F25-4EA6-A0EC-3EEF2957CF93}" srcOrd="2" destOrd="0" presId="urn:microsoft.com/office/officeart/2005/8/layout/cycle7"/>
    <dgm:cxn modelId="{F911F078-1116-4C98-AEAB-C39BD87BEBD9}" type="presParOf" srcId="{F551451C-1703-43BC-96F0-D425CC476B7A}" destId="{867C96FE-92E5-400A-B54A-B348204EBB0E}" srcOrd="3" destOrd="0" presId="urn:microsoft.com/office/officeart/2005/8/layout/cycle7"/>
    <dgm:cxn modelId="{4C252338-FDEC-4DE3-8320-F93AA6D01860}" type="presParOf" srcId="{867C96FE-92E5-400A-B54A-B348204EBB0E}" destId="{53F1B4D7-7078-414C-BBA3-C40CEC3DE084}" srcOrd="0" destOrd="0" presId="urn:microsoft.com/office/officeart/2005/8/layout/cycle7"/>
    <dgm:cxn modelId="{DE38EBC0-BDF9-4068-9FF7-1FB93ACF8AB8}" type="presParOf" srcId="{F551451C-1703-43BC-96F0-D425CC476B7A}" destId="{0EEDE29F-80A5-4D4A-9B71-C8AEA9EA2F31}" srcOrd="4" destOrd="0" presId="urn:microsoft.com/office/officeart/2005/8/layout/cycle7"/>
    <dgm:cxn modelId="{D8B8BD8E-84AC-427B-95AA-ECE07E3A5347}" type="presParOf" srcId="{F551451C-1703-43BC-96F0-D425CC476B7A}" destId="{26D6D184-9BB8-420C-8426-B0B08B9E4C1E}" srcOrd="5" destOrd="0" presId="urn:microsoft.com/office/officeart/2005/8/layout/cycle7"/>
    <dgm:cxn modelId="{CDE95C06-E359-4611-9FD4-D674961CE0BD}" type="presParOf" srcId="{26D6D184-9BB8-420C-8426-B0B08B9E4C1E}" destId="{217C422D-00A8-432D-846E-A6E6D06626A2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0F3ECE8-AD51-4899-9936-221F47A94E7F}" type="doc">
      <dgm:prSet loTypeId="urn:microsoft.com/office/officeart/2005/8/layout/cycle7" loCatId="cycle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F551451C-1703-43BC-96F0-D425CC476B7A}" type="pres">
      <dgm:prSet presAssocID="{D0F3ECE8-AD51-4899-9936-221F47A94E7F}" presName="Name0" presStyleCnt="0">
        <dgm:presLayoutVars>
          <dgm:dir/>
          <dgm:resizeHandles val="exact"/>
        </dgm:presLayoutVars>
      </dgm:prSet>
      <dgm:spPr/>
    </dgm:pt>
  </dgm:ptLst>
  <dgm:cxnLst>
    <dgm:cxn modelId="{4CD56F64-D619-4923-A677-4D1D163232F9}" type="presOf" srcId="{D0F3ECE8-AD51-4899-9936-221F47A94E7F}" destId="{F551451C-1703-43BC-96F0-D425CC476B7A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77AF62D-1828-4025-B614-6491AB8F0A47}" type="doc">
      <dgm:prSet loTypeId="urn:microsoft.com/office/officeart/2005/8/layout/cycle5" loCatId="cycle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965562A5-974E-43F5-863E-41EBABB48713}">
      <dgm:prSet phldrT="[Texto]" phldr="0" custT="1"/>
      <dgm:spPr/>
      <dgm:t>
        <a:bodyPr/>
        <a:lstStyle/>
        <a:p>
          <a:r>
            <a:rPr lang="pt-BR" sz="2300" dirty="0">
              <a:latin typeface="Arial" panose="020B0604020202020204" pitchFamily="34" charset="0"/>
              <a:cs typeface="Arial" panose="020B0604020202020204" pitchFamily="34" charset="0"/>
            </a:rPr>
            <a:t>Exploração</a:t>
          </a:r>
          <a:endParaRPr lang="pt-AO" sz="2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F7FD440-8C3C-4B8D-AE59-8EF8F29774D7}" type="parTrans" cxnId="{6A7E9DDA-4004-4574-B0BF-9EF4946CE68B}">
      <dgm:prSet/>
      <dgm:spPr/>
      <dgm:t>
        <a:bodyPr/>
        <a:lstStyle/>
        <a:p>
          <a:endParaRPr lang="pt-AO"/>
        </a:p>
      </dgm:t>
    </dgm:pt>
    <dgm:pt modelId="{B99C9CD9-4E60-4F6F-ACBF-59CE164C7406}" type="sibTrans" cxnId="{6A7E9DDA-4004-4574-B0BF-9EF4946CE68B}">
      <dgm:prSet/>
      <dgm:spPr/>
      <dgm:t>
        <a:bodyPr/>
        <a:lstStyle/>
        <a:p>
          <a:endParaRPr lang="pt-AO"/>
        </a:p>
      </dgm:t>
    </dgm:pt>
    <dgm:pt modelId="{A85F1FC7-3CB8-4F14-99B8-DE2D6B85FB44}">
      <dgm:prSet phldrT="[Texto]" phldr="0" custT="1"/>
      <dgm:spPr/>
      <dgm:t>
        <a:bodyPr/>
        <a:lstStyle/>
        <a:p>
          <a:r>
            <a:rPr lang="pt-BR" sz="2400" dirty="0">
              <a:latin typeface="Arial" panose="020B0604020202020204" pitchFamily="34" charset="0"/>
              <a:cs typeface="Arial" panose="020B0604020202020204" pitchFamily="34" charset="0"/>
            </a:rPr>
            <a:t>Planeamento</a:t>
          </a:r>
          <a:endParaRPr lang="pt-AO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4D7CE1-4ECA-43E5-8E1C-473453D8B72C}" type="parTrans" cxnId="{8FF3283F-2124-436A-9F92-98CC7A72CE12}">
      <dgm:prSet/>
      <dgm:spPr/>
      <dgm:t>
        <a:bodyPr/>
        <a:lstStyle/>
        <a:p>
          <a:endParaRPr lang="pt-AO"/>
        </a:p>
      </dgm:t>
    </dgm:pt>
    <dgm:pt modelId="{C05236EB-5C66-4E10-A6DD-8B92FB3B4F39}" type="sibTrans" cxnId="{8FF3283F-2124-436A-9F92-98CC7A72CE12}">
      <dgm:prSet/>
      <dgm:spPr/>
      <dgm:t>
        <a:bodyPr/>
        <a:lstStyle/>
        <a:p>
          <a:endParaRPr lang="pt-AO"/>
        </a:p>
      </dgm:t>
    </dgm:pt>
    <dgm:pt modelId="{6E2C670D-C45C-4A7C-94A3-8D2E7297085B}">
      <dgm:prSet phldrT="[Texto]" phldr="0" custT="1"/>
      <dgm:spPr/>
      <dgm:t>
        <a:bodyPr/>
        <a:lstStyle/>
        <a:p>
          <a:r>
            <a:rPr lang="pt-BR" sz="2400" dirty="0">
              <a:latin typeface="Arial" panose="020B0604020202020204" pitchFamily="34" charset="0"/>
              <a:cs typeface="Arial" panose="020B0604020202020204" pitchFamily="34" charset="0"/>
            </a:rPr>
            <a:t>Desenvolvimento</a:t>
          </a:r>
          <a:endParaRPr lang="pt-AO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6ED2C2-24AB-42B4-9994-3C4D336DDF1C}" type="parTrans" cxnId="{A6D3EE74-3048-4A0B-A115-DC517A4ED93D}">
      <dgm:prSet/>
      <dgm:spPr/>
      <dgm:t>
        <a:bodyPr/>
        <a:lstStyle/>
        <a:p>
          <a:endParaRPr lang="pt-AO"/>
        </a:p>
      </dgm:t>
    </dgm:pt>
    <dgm:pt modelId="{FEA60A9F-3282-4864-9F44-F60D2CC1ED70}" type="sibTrans" cxnId="{A6D3EE74-3048-4A0B-A115-DC517A4ED93D}">
      <dgm:prSet/>
      <dgm:spPr/>
      <dgm:t>
        <a:bodyPr/>
        <a:lstStyle/>
        <a:p>
          <a:endParaRPr lang="pt-AO"/>
        </a:p>
      </dgm:t>
    </dgm:pt>
    <dgm:pt modelId="{DA82A625-A03F-4AB5-BBF0-896C1F2298CA}">
      <dgm:prSet phldrT="[Texto]" phldr="0" custT="1"/>
      <dgm:spPr/>
      <dgm:t>
        <a:bodyPr/>
        <a:lstStyle/>
        <a:p>
          <a:r>
            <a:rPr lang="pt-BR" sz="2200" dirty="0">
              <a:latin typeface="Arial" panose="020B0604020202020204" pitchFamily="34" charset="0"/>
              <a:cs typeface="Arial" panose="020B0604020202020204" pitchFamily="34" charset="0"/>
            </a:rPr>
            <a:t>Lançamento</a:t>
          </a:r>
          <a:endParaRPr lang="pt-AO" sz="2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03B6F4-0B75-4B47-AFA5-6F632D7A8F4D}" type="parTrans" cxnId="{7EA857E8-DC71-4A93-B7C2-6C8334F98592}">
      <dgm:prSet/>
      <dgm:spPr/>
      <dgm:t>
        <a:bodyPr/>
        <a:lstStyle/>
        <a:p>
          <a:endParaRPr lang="pt-AO"/>
        </a:p>
      </dgm:t>
    </dgm:pt>
    <dgm:pt modelId="{55F85BB5-EDF3-4DD4-9360-9E37570368C6}" type="sibTrans" cxnId="{7EA857E8-DC71-4A93-B7C2-6C8334F98592}">
      <dgm:prSet/>
      <dgm:spPr/>
      <dgm:t>
        <a:bodyPr/>
        <a:lstStyle/>
        <a:p>
          <a:endParaRPr lang="pt-AO"/>
        </a:p>
      </dgm:t>
    </dgm:pt>
    <dgm:pt modelId="{7EBB9399-33A1-4AEF-A0A9-8784861F3481}">
      <dgm:prSet phldrT="[Texto]" phldr="0" custT="1"/>
      <dgm:spPr/>
      <dgm:t>
        <a:bodyPr/>
        <a:lstStyle/>
        <a:p>
          <a:r>
            <a:rPr lang="pt-BR" sz="2400" dirty="0">
              <a:latin typeface="Arial" panose="020B0604020202020204" pitchFamily="34" charset="0"/>
              <a:cs typeface="Arial" panose="020B0604020202020204" pitchFamily="34" charset="0"/>
            </a:rPr>
            <a:t>Manutenção </a:t>
          </a:r>
          <a:endParaRPr lang="pt-AO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246FB2-CDDA-47A0-B284-464184AF8D9B}" type="parTrans" cxnId="{0BC91A12-2D10-459C-A7B6-A308E1D842B0}">
      <dgm:prSet/>
      <dgm:spPr/>
      <dgm:t>
        <a:bodyPr/>
        <a:lstStyle/>
        <a:p>
          <a:endParaRPr lang="pt-AO"/>
        </a:p>
      </dgm:t>
    </dgm:pt>
    <dgm:pt modelId="{827340AD-331B-4A4C-97C7-D1976DA562DA}" type="sibTrans" cxnId="{0BC91A12-2D10-459C-A7B6-A308E1D842B0}">
      <dgm:prSet/>
      <dgm:spPr/>
      <dgm:t>
        <a:bodyPr/>
        <a:lstStyle/>
        <a:p>
          <a:endParaRPr lang="pt-AO"/>
        </a:p>
      </dgm:t>
    </dgm:pt>
    <dgm:pt modelId="{50469E4A-277D-4E32-9C35-2C449CD52769}" type="pres">
      <dgm:prSet presAssocID="{777AF62D-1828-4025-B614-6491AB8F0A47}" presName="cycle" presStyleCnt="0">
        <dgm:presLayoutVars>
          <dgm:dir/>
          <dgm:resizeHandles val="exact"/>
        </dgm:presLayoutVars>
      </dgm:prSet>
      <dgm:spPr/>
    </dgm:pt>
    <dgm:pt modelId="{E1D7F120-5122-4494-9FB9-2B4878710A73}" type="pres">
      <dgm:prSet presAssocID="{965562A5-974E-43F5-863E-41EBABB48713}" presName="node" presStyleLbl="node1" presStyleIdx="0" presStyleCnt="5" custScaleX="118810">
        <dgm:presLayoutVars>
          <dgm:bulletEnabled val="1"/>
        </dgm:presLayoutVars>
      </dgm:prSet>
      <dgm:spPr/>
    </dgm:pt>
    <dgm:pt modelId="{D5E0E13E-F2CA-47D3-B82D-A402768978F1}" type="pres">
      <dgm:prSet presAssocID="{965562A5-974E-43F5-863E-41EBABB48713}" presName="spNode" presStyleCnt="0"/>
      <dgm:spPr/>
    </dgm:pt>
    <dgm:pt modelId="{9CD8764A-BDB2-4BFE-8109-AC27891F8210}" type="pres">
      <dgm:prSet presAssocID="{B99C9CD9-4E60-4F6F-ACBF-59CE164C7406}" presName="sibTrans" presStyleLbl="sibTrans1D1" presStyleIdx="0" presStyleCnt="5"/>
      <dgm:spPr/>
    </dgm:pt>
    <dgm:pt modelId="{FB91C482-08AC-40E8-B777-7E048508D4AC}" type="pres">
      <dgm:prSet presAssocID="{A85F1FC7-3CB8-4F14-99B8-DE2D6B85FB44}" presName="node" presStyleLbl="node1" presStyleIdx="1" presStyleCnt="5" custScaleX="145701">
        <dgm:presLayoutVars>
          <dgm:bulletEnabled val="1"/>
        </dgm:presLayoutVars>
      </dgm:prSet>
      <dgm:spPr/>
    </dgm:pt>
    <dgm:pt modelId="{9DBC916C-6F76-496F-839A-3F96632C2DFA}" type="pres">
      <dgm:prSet presAssocID="{A85F1FC7-3CB8-4F14-99B8-DE2D6B85FB44}" presName="spNode" presStyleCnt="0"/>
      <dgm:spPr/>
    </dgm:pt>
    <dgm:pt modelId="{B9A89747-40AD-4C2C-8E68-A08B525D836F}" type="pres">
      <dgm:prSet presAssocID="{C05236EB-5C66-4E10-A6DD-8B92FB3B4F39}" presName="sibTrans" presStyleLbl="sibTrans1D1" presStyleIdx="1" presStyleCnt="5"/>
      <dgm:spPr/>
    </dgm:pt>
    <dgm:pt modelId="{98A74C57-0C37-4BF7-B99B-44706C388762}" type="pres">
      <dgm:prSet presAssocID="{6E2C670D-C45C-4A7C-94A3-8D2E7297085B}" presName="node" presStyleLbl="node1" presStyleIdx="2" presStyleCnt="5" custScaleX="133219">
        <dgm:presLayoutVars>
          <dgm:bulletEnabled val="1"/>
        </dgm:presLayoutVars>
      </dgm:prSet>
      <dgm:spPr/>
    </dgm:pt>
    <dgm:pt modelId="{EA744A22-D235-427F-BF27-FEA49B7FDBCF}" type="pres">
      <dgm:prSet presAssocID="{6E2C670D-C45C-4A7C-94A3-8D2E7297085B}" presName="spNode" presStyleCnt="0"/>
      <dgm:spPr/>
    </dgm:pt>
    <dgm:pt modelId="{8FD01194-BFB1-415F-BC8F-002257F90497}" type="pres">
      <dgm:prSet presAssocID="{FEA60A9F-3282-4864-9F44-F60D2CC1ED70}" presName="sibTrans" presStyleLbl="sibTrans1D1" presStyleIdx="2" presStyleCnt="5"/>
      <dgm:spPr/>
    </dgm:pt>
    <dgm:pt modelId="{6128671D-E3B4-4E0E-BB35-C8DB06B1CC88}" type="pres">
      <dgm:prSet presAssocID="{DA82A625-A03F-4AB5-BBF0-896C1F2298CA}" presName="node" presStyleLbl="node1" presStyleIdx="3" presStyleCnt="5" custScaleX="127298" custRadScaleRad="106039" custRadScaleInc="27442">
        <dgm:presLayoutVars>
          <dgm:bulletEnabled val="1"/>
        </dgm:presLayoutVars>
      </dgm:prSet>
      <dgm:spPr/>
    </dgm:pt>
    <dgm:pt modelId="{7D930578-F6C0-4880-84AA-5645F0896738}" type="pres">
      <dgm:prSet presAssocID="{DA82A625-A03F-4AB5-BBF0-896C1F2298CA}" presName="spNode" presStyleCnt="0"/>
      <dgm:spPr/>
    </dgm:pt>
    <dgm:pt modelId="{092CEE4C-AB43-49A0-98E2-5838DC7B61E5}" type="pres">
      <dgm:prSet presAssocID="{55F85BB5-EDF3-4DD4-9360-9E37570368C6}" presName="sibTrans" presStyleLbl="sibTrans1D1" presStyleIdx="3" presStyleCnt="5"/>
      <dgm:spPr/>
    </dgm:pt>
    <dgm:pt modelId="{E8FFCE5F-8032-49D5-A48E-172E40D2146E}" type="pres">
      <dgm:prSet presAssocID="{7EBB9399-33A1-4AEF-A0A9-8784861F3481}" presName="node" presStyleLbl="node1" presStyleIdx="4" presStyleCnt="5" custScaleX="142448">
        <dgm:presLayoutVars>
          <dgm:bulletEnabled val="1"/>
        </dgm:presLayoutVars>
      </dgm:prSet>
      <dgm:spPr/>
    </dgm:pt>
    <dgm:pt modelId="{F98E6CC5-239A-4251-8F76-1C2D59AAE499}" type="pres">
      <dgm:prSet presAssocID="{7EBB9399-33A1-4AEF-A0A9-8784861F3481}" presName="spNode" presStyleCnt="0"/>
      <dgm:spPr/>
    </dgm:pt>
    <dgm:pt modelId="{FCB06A57-3CC2-4B7D-A6C3-E45D00A8BB48}" type="pres">
      <dgm:prSet presAssocID="{827340AD-331B-4A4C-97C7-D1976DA562DA}" presName="sibTrans" presStyleLbl="sibTrans1D1" presStyleIdx="4" presStyleCnt="5"/>
      <dgm:spPr/>
    </dgm:pt>
  </dgm:ptLst>
  <dgm:cxnLst>
    <dgm:cxn modelId="{BCC6BA08-9442-4CC4-9D74-F5768756E326}" type="presOf" srcId="{DA82A625-A03F-4AB5-BBF0-896C1F2298CA}" destId="{6128671D-E3B4-4E0E-BB35-C8DB06B1CC88}" srcOrd="0" destOrd="0" presId="urn:microsoft.com/office/officeart/2005/8/layout/cycle5"/>
    <dgm:cxn modelId="{EB51CA0E-473A-467D-B2E6-D9BD0E853814}" type="presOf" srcId="{777AF62D-1828-4025-B614-6491AB8F0A47}" destId="{50469E4A-277D-4E32-9C35-2C449CD52769}" srcOrd="0" destOrd="0" presId="urn:microsoft.com/office/officeart/2005/8/layout/cycle5"/>
    <dgm:cxn modelId="{0BC91A12-2D10-459C-A7B6-A308E1D842B0}" srcId="{777AF62D-1828-4025-B614-6491AB8F0A47}" destId="{7EBB9399-33A1-4AEF-A0A9-8784861F3481}" srcOrd="4" destOrd="0" parTransId="{FA246FB2-CDDA-47A0-B284-464184AF8D9B}" sibTransId="{827340AD-331B-4A4C-97C7-D1976DA562DA}"/>
    <dgm:cxn modelId="{246BDC31-814A-44F9-8ADB-982B424C3B02}" type="presOf" srcId="{C05236EB-5C66-4E10-A6DD-8B92FB3B4F39}" destId="{B9A89747-40AD-4C2C-8E68-A08B525D836F}" srcOrd="0" destOrd="0" presId="urn:microsoft.com/office/officeart/2005/8/layout/cycle5"/>
    <dgm:cxn modelId="{DF25E031-F219-4A73-AB34-3C56D1E5EAEF}" type="presOf" srcId="{55F85BB5-EDF3-4DD4-9360-9E37570368C6}" destId="{092CEE4C-AB43-49A0-98E2-5838DC7B61E5}" srcOrd="0" destOrd="0" presId="urn:microsoft.com/office/officeart/2005/8/layout/cycle5"/>
    <dgm:cxn modelId="{8FF3283F-2124-436A-9F92-98CC7A72CE12}" srcId="{777AF62D-1828-4025-B614-6491AB8F0A47}" destId="{A85F1FC7-3CB8-4F14-99B8-DE2D6B85FB44}" srcOrd="1" destOrd="0" parTransId="{8C4D7CE1-4ECA-43E5-8E1C-473453D8B72C}" sibTransId="{C05236EB-5C66-4E10-A6DD-8B92FB3B4F39}"/>
    <dgm:cxn modelId="{C9AD036F-A0B1-48B2-A308-852975AD0631}" type="presOf" srcId="{7EBB9399-33A1-4AEF-A0A9-8784861F3481}" destId="{E8FFCE5F-8032-49D5-A48E-172E40D2146E}" srcOrd="0" destOrd="0" presId="urn:microsoft.com/office/officeart/2005/8/layout/cycle5"/>
    <dgm:cxn modelId="{3B825373-CC9E-418D-A7D3-07BEDB845DEC}" type="presOf" srcId="{A85F1FC7-3CB8-4F14-99B8-DE2D6B85FB44}" destId="{FB91C482-08AC-40E8-B777-7E048508D4AC}" srcOrd="0" destOrd="0" presId="urn:microsoft.com/office/officeart/2005/8/layout/cycle5"/>
    <dgm:cxn modelId="{A6D3EE74-3048-4A0B-A115-DC517A4ED93D}" srcId="{777AF62D-1828-4025-B614-6491AB8F0A47}" destId="{6E2C670D-C45C-4A7C-94A3-8D2E7297085B}" srcOrd="2" destOrd="0" parTransId="{C56ED2C2-24AB-42B4-9994-3C4D336DDF1C}" sibTransId="{FEA60A9F-3282-4864-9F44-F60D2CC1ED70}"/>
    <dgm:cxn modelId="{1C0E2082-89E2-4146-B848-7B588C4511D7}" type="presOf" srcId="{FEA60A9F-3282-4864-9F44-F60D2CC1ED70}" destId="{8FD01194-BFB1-415F-BC8F-002257F90497}" srcOrd="0" destOrd="0" presId="urn:microsoft.com/office/officeart/2005/8/layout/cycle5"/>
    <dgm:cxn modelId="{FFDC4199-E8E9-4256-8E58-3AD95BC68999}" type="presOf" srcId="{6E2C670D-C45C-4A7C-94A3-8D2E7297085B}" destId="{98A74C57-0C37-4BF7-B99B-44706C388762}" srcOrd="0" destOrd="0" presId="urn:microsoft.com/office/officeart/2005/8/layout/cycle5"/>
    <dgm:cxn modelId="{CCA0DECD-E8A0-438E-AE9F-2B1B7FE16914}" type="presOf" srcId="{827340AD-331B-4A4C-97C7-D1976DA562DA}" destId="{FCB06A57-3CC2-4B7D-A6C3-E45D00A8BB48}" srcOrd="0" destOrd="0" presId="urn:microsoft.com/office/officeart/2005/8/layout/cycle5"/>
    <dgm:cxn modelId="{6A7E9DDA-4004-4574-B0BF-9EF4946CE68B}" srcId="{777AF62D-1828-4025-B614-6491AB8F0A47}" destId="{965562A5-974E-43F5-863E-41EBABB48713}" srcOrd="0" destOrd="0" parTransId="{EF7FD440-8C3C-4B8D-AE59-8EF8F29774D7}" sibTransId="{B99C9CD9-4E60-4F6F-ACBF-59CE164C7406}"/>
    <dgm:cxn modelId="{2EEBE8DB-7EB7-470B-B009-986F104D9B97}" type="presOf" srcId="{B99C9CD9-4E60-4F6F-ACBF-59CE164C7406}" destId="{9CD8764A-BDB2-4BFE-8109-AC27891F8210}" srcOrd="0" destOrd="0" presId="urn:microsoft.com/office/officeart/2005/8/layout/cycle5"/>
    <dgm:cxn modelId="{D5E7E6E2-97CD-4A97-9DEF-2623098210D4}" type="presOf" srcId="{965562A5-974E-43F5-863E-41EBABB48713}" destId="{E1D7F120-5122-4494-9FB9-2B4878710A73}" srcOrd="0" destOrd="0" presId="urn:microsoft.com/office/officeart/2005/8/layout/cycle5"/>
    <dgm:cxn modelId="{7EA857E8-DC71-4A93-B7C2-6C8334F98592}" srcId="{777AF62D-1828-4025-B614-6491AB8F0A47}" destId="{DA82A625-A03F-4AB5-BBF0-896C1F2298CA}" srcOrd="3" destOrd="0" parTransId="{E603B6F4-0B75-4B47-AFA5-6F632D7A8F4D}" sibTransId="{55F85BB5-EDF3-4DD4-9360-9E37570368C6}"/>
    <dgm:cxn modelId="{93C9D258-753F-4482-9EDF-FB1C559BE47C}" type="presParOf" srcId="{50469E4A-277D-4E32-9C35-2C449CD52769}" destId="{E1D7F120-5122-4494-9FB9-2B4878710A73}" srcOrd="0" destOrd="0" presId="urn:microsoft.com/office/officeart/2005/8/layout/cycle5"/>
    <dgm:cxn modelId="{3D02DC62-C934-4705-8379-4B073C9B5914}" type="presParOf" srcId="{50469E4A-277D-4E32-9C35-2C449CD52769}" destId="{D5E0E13E-F2CA-47D3-B82D-A402768978F1}" srcOrd="1" destOrd="0" presId="urn:microsoft.com/office/officeart/2005/8/layout/cycle5"/>
    <dgm:cxn modelId="{2C22D13E-48A6-49F6-9265-D5B04C43F7D1}" type="presParOf" srcId="{50469E4A-277D-4E32-9C35-2C449CD52769}" destId="{9CD8764A-BDB2-4BFE-8109-AC27891F8210}" srcOrd="2" destOrd="0" presId="urn:microsoft.com/office/officeart/2005/8/layout/cycle5"/>
    <dgm:cxn modelId="{4A8E9447-9E0E-49DB-BDFB-2A5FC0DF45D1}" type="presParOf" srcId="{50469E4A-277D-4E32-9C35-2C449CD52769}" destId="{FB91C482-08AC-40E8-B777-7E048508D4AC}" srcOrd="3" destOrd="0" presId="urn:microsoft.com/office/officeart/2005/8/layout/cycle5"/>
    <dgm:cxn modelId="{F6CC9F71-7FD6-48B0-85F3-E16D84CC7199}" type="presParOf" srcId="{50469E4A-277D-4E32-9C35-2C449CD52769}" destId="{9DBC916C-6F76-496F-839A-3F96632C2DFA}" srcOrd="4" destOrd="0" presId="urn:microsoft.com/office/officeart/2005/8/layout/cycle5"/>
    <dgm:cxn modelId="{0F7C7A69-3051-45F4-AA8D-99D3BEB6ABF7}" type="presParOf" srcId="{50469E4A-277D-4E32-9C35-2C449CD52769}" destId="{B9A89747-40AD-4C2C-8E68-A08B525D836F}" srcOrd="5" destOrd="0" presId="urn:microsoft.com/office/officeart/2005/8/layout/cycle5"/>
    <dgm:cxn modelId="{384E726F-E098-4287-A7A2-8F9C516FDA3A}" type="presParOf" srcId="{50469E4A-277D-4E32-9C35-2C449CD52769}" destId="{98A74C57-0C37-4BF7-B99B-44706C388762}" srcOrd="6" destOrd="0" presId="urn:microsoft.com/office/officeart/2005/8/layout/cycle5"/>
    <dgm:cxn modelId="{3AF2E685-A815-401E-902D-432EEB774936}" type="presParOf" srcId="{50469E4A-277D-4E32-9C35-2C449CD52769}" destId="{EA744A22-D235-427F-BF27-FEA49B7FDBCF}" srcOrd="7" destOrd="0" presId="urn:microsoft.com/office/officeart/2005/8/layout/cycle5"/>
    <dgm:cxn modelId="{B8EF75B6-FB3A-43EC-8DC9-BA774BADAB7A}" type="presParOf" srcId="{50469E4A-277D-4E32-9C35-2C449CD52769}" destId="{8FD01194-BFB1-415F-BC8F-002257F90497}" srcOrd="8" destOrd="0" presId="urn:microsoft.com/office/officeart/2005/8/layout/cycle5"/>
    <dgm:cxn modelId="{46433C44-753F-488A-BFFF-5FDCC84CA5D3}" type="presParOf" srcId="{50469E4A-277D-4E32-9C35-2C449CD52769}" destId="{6128671D-E3B4-4E0E-BB35-C8DB06B1CC88}" srcOrd="9" destOrd="0" presId="urn:microsoft.com/office/officeart/2005/8/layout/cycle5"/>
    <dgm:cxn modelId="{18770728-0A28-4EBC-81C3-6D360F6B8077}" type="presParOf" srcId="{50469E4A-277D-4E32-9C35-2C449CD52769}" destId="{7D930578-F6C0-4880-84AA-5645F0896738}" srcOrd="10" destOrd="0" presId="urn:microsoft.com/office/officeart/2005/8/layout/cycle5"/>
    <dgm:cxn modelId="{894C3B87-FF46-4241-A3C8-F98FF09F29FB}" type="presParOf" srcId="{50469E4A-277D-4E32-9C35-2C449CD52769}" destId="{092CEE4C-AB43-49A0-98E2-5838DC7B61E5}" srcOrd="11" destOrd="0" presId="urn:microsoft.com/office/officeart/2005/8/layout/cycle5"/>
    <dgm:cxn modelId="{62E5205A-7410-4955-97C0-DF17839A9973}" type="presParOf" srcId="{50469E4A-277D-4E32-9C35-2C449CD52769}" destId="{E8FFCE5F-8032-49D5-A48E-172E40D2146E}" srcOrd="12" destOrd="0" presId="urn:microsoft.com/office/officeart/2005/8/layout/cycle5"/>
    <dgm:cxn modelId="{4D2E7BB7-CEF9-4CDC-83E9-FBE313727CFF}" type="presParOf" srcId="{50469E4A-277D-4E32-9C35-2C449CD52769}" destId="{F98E6CC5-239A-4251-8F76-1C2D59AAE499}" srcOrd="13" destOrd="0" presId="urn:microsoft.com/office/officeart/2005/8/layout/cycle5"/>
    <dgm:cxn modelId="{C9A13702-CE7E-45EF-BCDF-B0688A077AAA}" type="presParOf" srcId="{50469E4A-277D-4E32-9C35-2C449CD52769}" destId="{FCB06A57-3CC2-4B7D-A6C3-E45D00A8BB48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192080-C34B-4FC8-AD7E-E554FA929F0B}">
      <dsp:nvSpPr>
        <dsp:cNvPr id="0" name=""/>
        <dsp:cNvSpPr/>
      </dsp:nvSpPr>
      <dsp:spPr>
        <a:xfrm>
          <a:off x="0" y="0"/>
          <a:ext cx="6908800" cy="11104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800" kern="1200" dirty="0">
              <a:latin typeface="Arial" panose="020B0604020202020204" pitchFamily="34" charset="0"/>
              <a:cs typeface="Arial" panose="020B0604020202020204" pitchFamily="34" charset="0"/>
            </a:rPr>
            <a:t>Histórico - lógico</a:t>
          </a:r>
          <a:endParaRPr lang="pt-AO" sz="4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2523" y="32523"/>
        <a:ext cx="5710576" cy="1045368"/>
      </dsp:txXfrm>
    </dsp:sp>
    <dsp:sp modelId="{E9F6A68B-55FF-4109-BC9B-70888AC80B1C}">
      <dsp:nvSpPr>
        <dsp:cNvPr id="0" name=""/>
        <dsp:cNvSpPr/>
      </dsp:nvSpPr>
      <dsp:spPr>
        <a:xfrm>
          <a:off x="609599" y="1295483"/>
          <a:ext cx="6908800" cy="11104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800" kern="1200" dirty="0"/>
            <a:t>Analítico – sintético</a:t>
          </a:r>
          <a:endParaRPr lang="pt-AO" sz="4800" kern="1200" dirty="0"/>
        </a:p>
      </dsp:txBody>
      <dsp:txXfrm>
        <a:off x="642122" y="1328006"/>
        <a:ext cx="5512384" cy="1045368"/>
      </dsp:txXfrm>
    </dsp:sp>
    <dsp:sp modelId="{2D275772-D25D-4323-8832-F1BE643CEE09}">
      <dsp:nvSpPr>
        <dsp:cNvPr id="0" name=""/>
        <dsp:cNvSpPr/>
      </dsp:nvSpPr>
      <dsp:spPr>
        <a:xfrm>
          <a:off x="1219199" y="2590966"/>
          <a:ext cx="6908800" cy="11104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800" kern="1200" dirty="0"/>
            <a:t>Dedutivo - indutivo</a:t>
          </a:r>
          <a:endParaRPr lang="pt-AO" sz="4800" kern="1200" dirty="0"/>
        </a:p>
      </dsp:txBody>
      <dsp:txXfrm>
        <a:off x="1251722" y="2623489"/>
        <a:ext cx="5512384" cy="1045368"/>
      </dsp:txXfrm>
    </dsp:sp>
    <dsp:sp modelId="{8E2DB4C2-E0C4-43F0-A964-AF5C61AC6B33}">
      <dsp:nvSpPr>
        <dsp:cNvPr id="0" name=""/>
        <dsp:cNvSpPr/>
      </dsp:nvSpPr>
      <dsp:spPr>
        <a:xfrm>
          <a:off x="6187030" y="842064"/>
          <a:ext cx="721769" cy="72176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AO" sz="3200" kern="1200"/>
        </a:p>
      </dsp:txBody>
      <dsp:txXfrm>
        <a:off x="6349428" y="842064"/>
        <a:ext cx="396973" cy="543131"/>
      </dsp:txXfrm>
    </dsp:sp>
    <dsp:sp modelId="{F161ACFB-269B-40EE-A682-9A262ACBDAEC}">
      <dsp:nvSpPr>
        <dsp:cNvPr id="0" name=""/>
        <dsp:cNvSpPr/>
      </dsp:nvSpPr>
      <dsp:spPr>
        <a:xfrm>
          <a:off x="6796630" y="2130144"/>
          <a:ext cx="721769" cy="72176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AO" sz="3200" kern="1200"/>
        </a:p>
      </dsp:txBody>
      <dsp:txXfrm>
        <a:off x="6959028" y="2130144"/>
        <a:ext cx="396973" cy="5431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CB3DBC-B9BE-43A5-B5B4-66B8A155D170}">
      <dsp:nvSpPr>
        <dsp:cNvPr id="0" name=""/>
        <dsp:cNvSpPr/>
      </dsp:nvSpPr>
      <dsp:spPr>
        <a:xfrm>
          <a:off x="0" y="0"/>
          <a:ext cx="6908800" cy="16656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500" kern="1200" dirty="0">
              <a:latin typeface="Arial" panose="020B0604020202020204" pitchFamily="34" charset="0"/>
              <a:cs typeface="Arial" panose="020B0604020202020204" pitchFamily="34" charset="0"/>
            </a:rPr>
            <a:t>Observação </a:t>
          </a:r>
          <a:endParaRPr lang="pt-AO" sz="6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784" y="48784"/>
        <a:ext cx="5187251" cy="1568053"/>
      </dsp:txXfrm>
    </dsp:sp>
    <dsp:sp modelId="{A7F1C140-E012-4CB5-AC7E-BAC0BD752B2A}">
      <dsp:nvSpPr>
        <dsp:cNvPr id="0" name=""/>
        <dsp:cNvSpPr/>
      </dsp:nvSpPr>
      <dsp:spPr>
        <a:xfrm>
          <a:off x="1219199" y="2035759"/>
          <a:ext cx="6908800" cy="16656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500" kern="1200" dirty="0"/>
            <a:t>Entrevista </a:t>
          </a:r>
          <a:endParaRPr lang="pt-AO" sz="6500" kern="1200" dirty="0"/>
        </a:p>
      </dsp:txBody>
      <dsp:txXfrm>
        <a:off x="1267983" y="2084543"/>
        <a:ext cx="4509378" cy="1568053"/>
      </dsp:txXfrm>
    </dsp:sp>
    <dsp:sp modelId="{327D2DDB-EAC0-4045-95A0-BDE0640A7588}">
      <dsp:nvSpPr>
        <dsp:cNvPr id="0" name=""/>
        <dsp:cNvSpPr/>
      </dsp:nvSpPr>
      <dsp:spPr>
        <a:xfrm>
          <a:off x="5826146" y="1309363"/>
          <a:ext cx="1082653" cy="108265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AO" sz="3600" kern="1200"/>
        </a:p>
      </dsp:txBody>
      <dsp:txXfrm>
        <a:off x="6069743" y="1309363"/>
        <a:ext cx="595459" cy="8146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2C119E-D860-4631-ADB7-13456402A99E}">
      <dsp:nvSpPr>
        <dsp:cNvPr id="0" name=""/>
        <dsp:cNvSpPr/>
      </dsp:nvSpPr>
      <dsp:spPr>
        <a:xfrm>
          <a:off x="0" y="2786225"/>
          <a:ext cx="8128000" cy="9145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0" kern="1200" dirty="0">
              <a:latin typeface="Arial" panose="020B0604020202020204" pitchFamily="34" charset="0"/>
              <a:cs typeface="Arial" panose="020B0604020202020204" pitchFamily="34" charset="0"/>
            </a:rPr>
            <a:t>Reconhecimento facial</a:t>
          </a:r>
          <a:endParaRPr lang="pt-AO" sz="2800" kern="1200" dirty="0"/>
        </a:p>
      </dsp:txBody>
      <dsp:txXfrm>
        <a:off x="0" y="2786225"/>
        <a:ext cx="8128000" cy="914501"/>
      </dsp:txXfrm>
    </dsp:sp>
    <dsp:sp modelId="{1A72417E-2F96-4A80-9380-65B3D956D3B1}">
      <dsp:nvSpPr>
        <dsp:cNvPr id="0" name=""/>
        <dsp:cNvSpPr/>
      </dsp:nvSpPr>
      <dsp:spPr>
        <a:xfrm rot="10800000">
          <a:off x="0" y="1393439"/>
          <a:ext cx="8128000" cy="140650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>
              <a:latin typeface="Arial" panose="020B0604020202020204" pitchFamily="34" charset="0"/>
              <a:cs typeface="Arial" panose="020B0604020202020204" pitchFamily="34" charset="0"/>
            </a:rPr>
            <a:t>Evolução dos sistemas biométricos</a:t>
          </a:r>
          <a:endParaRPr lang="pt-AO" sz="2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0" y="1393439"/>
        <a:ext cx="8128000" cy="913903"/>
      </dsp:txXfrm>
    </dsp:sp>
    <dsp:sp modelId="{48EFBF68-6265-4B6F-B98B-EE74E8569DFC}">
      <dsp:nvSpPr>
        <dsp:cNvPr id="0" name=""/>
        <dsp:cNvSpPr/>
      </dsp:nvSpPr>
      <dsp:spPr>
        <a:xfrm rot="10800000">
          <a:off x="0" y="654"/>
          <a:ext cx="8128000" cy="140650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AO" sz="2800" b="0" kern="1200" dirty="0">
              <a:latin typeface="Arial" panose="020B0604020202020204" pitchFamily="34" charset="0"/>
              <a:cs typeface="Arial" panose="020B0604020202020204" pitchFamily="34" charset="0"/>
            </a:rPr>
            <a:t>processo de controlo de presença académica</a:t>
          </a:r>
        </a:p>
      </dsp:txBody>
      <dsp:txXfrm rot="10800000">
        <a:off x="0" y="654"/>
        <a:ext cx="8128000" cy="91390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8E9FD6-F68E-4739-A8FE-101D3B199F04}">
      <dsp:nvSpPr>
        <dsp:cNvPr id="0" name=""/>
        <dsp:cNvSpPr/>
      </dsp:nvSpPr>
      <dsp:spPr>
        <a:xfrm>
          <a:off x="1521826" y="234744"/>
          <a:ext cx="2236090" cy="1880711"/>
        </a:xfrm>
        <a:prstGeom prst="rect">
          <a:avLst/>
        </a:prstGeom>
        <a:blipFill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87F578C-C846-4F9E-A01C-68899DF06324}">
      <dsp:nvSpPr>
        <dsp:cNvPr id="0" name=""/>
        <dsp:cNvSpPr/>
      </dsp:nvSpPr>
      <dsp:spPr>
        <a:xfrm>
          <a:off x="493550" y="1025362"/>
          <a:ext cx="1602385" cy="121188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rial" panose="020B0604020202020204" pitchFamily="34" charset="0"/>
              <a:cs typeface="Arial" panose="020B0604020202020204" pitchFamily="34" charset="0"/>
            </a:rPr>
            <a:t>HikVision</a:t>
          </a:r>
          <a:endParaRPr lang="pt-AO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93550" y="1025362"/>
        <a:ext cx="1602385" cy="1211881"/>
      </dsp:txXfrm>
    </dsp:sp>
    <dsp:sp modelId="{7FDE05BD-1A4B-4740-AB7D-BF664F3362BB}">
      <dsp:nvSpPr>
        <dsp:cNvPr id="0" name=""/>
        <dsp:cNvSpPr/>
      </dsp:nvSpPr>
      <dsp:spPr>
        <a:xfrm>
          <a:off x="5055458" y="234744"/>
          <a:ext cx="2236090" cy="1880711"/>
        </a:xfrm>
        <a:prstGeom prst="rect">
          <a:avLst/>
        </a:prstGeom>
        <a:blipFill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4000" r="-34000"/>
          </a:stretch>
        </a:blip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BAC0BF6-FEB9-4FB0-8B3E-765DE4D53173}">
      <dsp:nvSpPr>
        <dsp:cNvPr id="0" name=""/>
        <dsp:cNvSpPr/>
      </dsp:nvSpPr>
      <dsp:spPr>
        <a:xfrm>
          <a:off x="4150679" y="1025362"/>
          <a:ext cx="1355392" cy="121188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rial" panose="020B0604020202020204" pitchFamily="34" charset="0"/>
              <a:cs typeface="Arial" panose="020B0604020202020204" pitchFamily="34" charset="0"/>
            </a:rPr>
            <a:t>Informa Escola</a:t>
          </a:r>
          <a:endParaRPr lang="pt-AO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50679" y="1025362"/>
        <a:ext cx="1355392" cy="1211881"/>
      </dsp:txXfrm>
    </dsp:sp>
    <dsp:sp modelId="{1406E9E6-3C12-4C84-B424-7B10CBEF35D4}">
      <dsp:nvSpPr>
        <dsp:cNvPr id="0" name=""/>
        <dsp:cNvSpPr/>
      </dsp:nvSpPr>
      <dsp:spPr>
        <a:xfrm>
          <a:off x="3360361" y="2575993"/>
          <a:ext cx="2236090" cy="1880711"/>
        </a:xfrm>
        <a:prstGeom prst="rect">
          <a:avLst/>
        </a:prstGeom>
        <a:blipFill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2000" r="-22000"/>
          </a:stretch>
        </a:blip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2997BEF-99F5-4C90-930E-9F501717F970}">
      <dsp:nvSpPr>
        <dsp:cNvPr id="0" name=""/>
        <dsp:cNvSpPr/>
      </dsp:nvSpPr>
      <dsp:spPr>
        <a:xfrm>
          <a:off x="2188647" y="3366611"/>
          <a:ext cx="1889262" cy="121188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rial" panose="020B0604020202020204" pitchFamily="34" charset="0"/>
              <a:cs typeface="Arial" panose="020B0604020202020204" pitchFamily="34" charset="0"/>
            </a:rPr>
            <a:t>PontoTel/Ahgora</a:t>
          </a:r>
          <a:endParaRPr lang="pt-AO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88647" y="3366611"/>
        <a:ext cx="1889262" cy="121188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82211A-E154-46EA-8346-1753AD027B9B}">
      <dsp:nvSpPr>
        <dsp:cNvPr id="0" name=""/>
        <dsp:cNvSpPr/>
      </dsp:nvSpPr>
      <dsp:spPr>
        <a:xfrm>
          <a:off x="1994233" y="1533"/>
          <a:ext cx="2946397" cy="10624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b="1" kern="1200" dirty="0">
              <a:latin typeface="Arial" panose="020B0604020202020204" pitchFamily="34" charset="0"/>
              <a:cs typeface="Arial" panose="020B0604020202020204" pitchFamily="34" charset="0"/>
            </a:rPr>
            <a:t>Abordagens</a:t>
          </a:r>
          <a:endParaRPr lang="pt-AO" sz="32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025350" y="32650"/>
        <a:ext cx="2884163" cy="1000181"/>
      </dsp:txXfrm>
    </dsp:sp>
    <dsp:sp modelId="{774EAB52-56F4-43FF-8639-239EF8136FFC}">
      <dsp:nvSpPr>
        <dsp:cNvPr id="0" name=""/>
        <dsp:cNvSpPr/>
      </dsp:nvSpPr>
      <dsp:spPr>
        <a:xfrm rot="3600000">
          <a:off x="3700611" y="1867243"/>
          <a:ext cx="1289277" cy="371845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AO" sz="1500" kern="1200" dirty="0"/>
        </a:p>
      </dsp:txBody>
      <dsp:txXfrm>
        <a:off x="3812165" y="1941612"/>
        <a:ext cx="1066170" cy="223107"/>
      </dsp:txXfrm>
    </dsp:sp>
    <dsp:sp modelId="{1FFDEC2A-6F25-4EA6-A0EC-3EEF2957CF93}">
      <dsp:nvSpPr>
        <dsp:cNvPr id="0" name=""/>
        <dsp:cNvSpPr/>
      </dsp:nvSpPr>
      <dsp:spPr>
        <a:xfrm>
          <a:off x="3702772" y="3042383"/>
          <a:ext cx="3040591" cy="10624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>
              <a:latin typeface="Arial" panose="020B0604020202020204" pitchFamily="34" charset="0"/>
              <a:cs typeface="Arial" panose="020B0604020202020204" pitchFamily="34" charset="0"/>
            </a:rPr>
            <a:t>Ágeis</a:t>
          </a:r>
          <a:endParaRPr lang="pt-AO" sz="3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33889" y="3073500"/>
        <a:ext cx="2978357" cy="1000181"/>
      </dsp:txXfrm>
    </dsp:sp>
    <dsp:sp modelId="{867C96FE-92E5-400A-B54A-B348204EBB0E}">
      <dsp:nvSpPr>
        <dsp:cNvPr id="0" name=""/>
        <dsp:cNvSpPr/>
      </dsp:nvSpPr>
      <dsp:spPr>
        <a:xfrm rot="10800000">
          <a:off x="3176327" y="3387669"/>
          <a:ext cx="532073" cy="371845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AO" sz="1500" kern="1200"/>
        </a:p>
      </dsp:txBody>
      <dsp:txXfrm rot="10800000">
        <a:off x="3287880" y="3462038"/>
        <a:ext cx="308966" cy="223107"/>
      </dsp:txXfrm>
    </dsp:sp>
    <dsp:sp modelId="{0EEDE29F-80A5-4D4A-9B71-C8AEA9EA2F31}">
      <dsp:nvSpPr>
        <dsp:cNvPr id="0" name=""/>
        <dsp:cNvSpPr/>
      </dsp:nvSpPr>
      <dsp:spPr>
        <a:xfrm>
          <a:off x="241636" y="3042383"/>
          <a:ext cx="2940320" cy="10624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>
              <a:latin typeface="Arial" panose="020B0604020202020204" pitchFamily="34" charset="0"/>
              <a:cs typeface="Arial" panose="020B0604020202020204" pitchFamily="34" charset="0"/>
            </a:rPr>
            <a:t>Tradicionais</a:t>
          </a:r>
          <a:endParaRPr lang="pt-AO" sz="3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72753" y="3073500"/>
        <a:ext cx="2878086" cy="1000181"/>
      </dsp:txXfrm>
    </dsp:sp>
    <dsp:sp modelId="{26D6D184-9BB8-420C-8426-B0B08B9E4C1E}">
      <dsp:nvSpPr>
        <dsp:cNvPr id="0" name=""/>
        <dsp:cNvSpPr/>
      </dsp:nvSpPr>
      <dsp:spPr>
        <a:xfrm rot="18000000">
          <a:off x="1894300" y="1867243"/>
          <a:ext cx="1390627" cy="371845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AO" sz="1500" kern="1200"/>
        </a:p>
      </dsp:txBody>
      <dsp:txXfrm>
        <a:off x="2005854" y="1941612"/>
        <a:ext cx="1167520" cy="22310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D7F120-5122-4494-9FB9-2B4878710A73}">
      <dsp:nvSpPr>
        <dsp:cNvPr id="0" name=""/>
        <dsp:cNvSpPr/>
      </dsp:nvSpPr>
      <dsp:spPr>
        <a:xfrm>
          <a:off x="2762295" y="854"/>
          <a:ext cx="1879183" cy="10280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>
              <a:latin typeface="Arial" panose="020B0604020202020204" pitchFamily="34" charset="0"/>
              <a:cs typeface="Arial" panose="020B0604020202020204" pitchFamily="34" charset="0"/>
            </a:rPr>
            <a:t>Exploração</a:t>
          </a:r>
          <a:endParaRPr lang="pt-AO" sz="23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12482" y="51041"/>
        <a:ext cx="1778809" cy="927712"/>
      </dsp:txXfrm>
    </dsp:sp>
    <dsp:sp modelId="{9CD8764A-BDB2-4BFE-8109-AC27891F8210}">
      <dsp:nvSpPr>
        <dsp:cNvPr id="0" name=""/>
        <dsp:cNvSpPr/>
      </dsp:nvSpPr>
      <dsp:spPr>
        <a:xfrm>
          <a:off x="1648044" y="514897"/>
          <a:ext cx="4107684" cy="4107684"/>
        </a:xfrm>
        <a:custGeom>
          <a:avLst/>
          <a:gdLst/>
          <a:ahLst/>
          <a:cxnLst/>
          <a:rect l="0" t="0" r="0" b="0"/>
          <a:pathLst>
            <a:path>
              <a:moveTo>
                <a:pt x="3169977" y="329745"/>
              </a:moveTo>
              <a:arcTo wR="2053842" hR="2053842" stAng="18175077" swAng="104287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91C482-08AC-40E8-B777-7E048508D4AC}">
      <dsp:nvSpPr>
        <dsp:cNvPr id="0" name=""/>
        <dsp:cNvSpPr/>
      </dsp:nvSpPr>
      <dsp:spPr>
        <a:xfrm>
          <a:off x="4502952" y="1420024"/>
          <a:ext cx="2304510" cy="10280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rial" panose="020B0604020202020204" pitchFamily="34" charset="0"/>
              <a:cs typeface="Arial" panose="020B0604020202020204" pitchFamily="34" charset="0"/>
            </a:rPr>
            <a:t>Planeamento</a:t>
          </a:r>
          <a:endParaRPr lang="pt-AO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553139" y="1470211"/>
        <a:ext cx="2204136" cy="927712"/>
      </dsp:txXfrm>
    </dsp:sp>
    <dsp:sp modelId="{B9A89747-40AD-4C2C-8E68-A08B525D836F}">
      <dsp:nvSpPr>
        <dsp:cNvPr id="0" name=""/>
        <dsp:cNvSpPr/>
      </dsp:nvSpPr>
      <dsp:spPr>
        <a:xfrm>
          <a:off x="1648044" y="514897"/>
          <a:ext cx="4107684" cy="4107684"/>
        </a:xfrm>
        <a:custGeom>
          <a:avLst/>
          <a:gdLst/>
          <a:ahLst/>
          <a:cxnLst/>
          <a:rect l="0" t="0" r="0" b="0"/>
          <a:pathLst>
            <a:path>
              <a:moveTo>
                <a:pt x="4102760" y="2195986"/>
              </a:moveTo>
              <a:arcTo wR="2053842" hR="2053842" stAng="21838113" swAng="135984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A74C57-0C37-4BF7-B99B-44706C388762}">
      <dsp:nvSpPr>
        <dsp:cNvPr id="0" name=""/>
        <dsp:cNvSpPr/>
      </dsp:nvSpPr>
      <dsp:spPr>
        <a:xfrm>
          <a:off x="3855562" y="3716290"/>
          <a:ext cx="2107086" cy="10280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rial" panose="020B0604020202020204" pitchFamily="34" charset="0"/>
              <a:cs typeface="Arial" panose="020B0604020202020204" pitchFamily="34" charset="0"/>
            </a:rPr>
            <a:t>Desenvolvimento</a:t>
          </a:r>
          <a:endParaRPr lang="pt-AO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905749" y="3766477"/>
        <a:ext cx="2006712" cy="927712"/>
      </dsp:txXfrm>
    </dsp:sp>
    <dsp:sp modelId="{8FD01194-BFB1-415F-BC8F-002257F90497}">
      <dsp:nvSpPr>
        <dsp:cNvPr id="0" name=""/>
        <dsp:cNvSpPr/>
      </dsp:nvSpPr>
      <dsp:spPr>
        <a:xfrm>
          <a:off x="1259141" y="582104"/>
          <a:ext cx="4107684" cy="4107684"/>
        </a:xfrm>
        <a:custGeom>
          <a:avLst/>
          <a:gdLst/>
          <a:ahLst/>
          <a:cxnLst/>
          <a:rect l="0" t="0" r="0" b="0"/>
          <a:pathLst>
            <a:path>
              <a:moveTo>
                <a:pt x="2466817" y="4065737"/>
              </a:moveTo>
              <a:arcTo wR="2053842" hR="2053842" stAng="4704012" swAng="67424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28671D-E3B4-4E0E-BB35-C8DB06B1CC88}">
      <dsp:nvSpPr>
        <dsp:cNvPr id="0" name=""/>
        <dsp:cNvSpPr/>
      </dsp:nvSpPr>
      <dsp:spPr>
        <a:xfrm>
          <a:off x="1221408" y="3658181"/>
          <a:ext cx="2013435" cy="10280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>
              <a:latin typeface="Arial" panose="020B0604020202020204" pitchFamily="34" charset="0"/>
              <a:cs typeface="Arial" panose="020B0604020202020204" pitchFamily="34" charset="0"/>
            </a:rPr>
            <a:t>Lançamento</a:t>
          </a:r>
          <a:endParaRPr lang="pt-AO" sz="2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271595" y="3708368"/>
        <a:ext cx="1913061" cy="927712"/>
      </dsp:txXfrm>
    </dsp:sp>
    <dsp:sp modelId="{092CEE4C-AB43-49A0-98E2-5838DC7B61E5}">
      <dsp:nvSpPr>
        <dsp:cNvPr id="0" name=""/>
        <dsp:cNvSpPr/>
      </dsp:nvSpPr>
      <dsp:spPr>
        <a:xfrm>
          <a:off x="1623102" y="735162"/>
          <a:ext cx="4107684" cy="4107684"/>
        </a:xfrm>
        <a:custGeom>
          <a:avLst/>
          <a:gdLst/>
          <a:ahLst/>
          <a:cxnLst/>
          <a:rect l="0" t="0" r="0" b="0"/>
          <a:pathLst>
            <a:path>
              <a:moveTo>
                <a:pt x="103006" y="2696111"/>
              </a:moveTo>
              <a:arcTo wR="2053842" hR="2053842" stAng="9706622" swAng="125781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FFCE5F-8032-49D5-A48E-172E40D2146E}">
      <dsp:nvSpPr>
        <dsp:cNvPr id="0" name=""/>
        <dsp:cNvSpPr/>
      </dsp:nvSpPr>
      <dsp:spPr>
        <a:xfrm>
          <a:off x="622037" y="1420024"/>
          <a:ext cx="2253058" cy="10280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rial" panose="020B0604020202020204" pitchFamily="34" charset="0"/>
              <a:cs typeface="Arial" panose="020B0604020202020204" pitchFamily="34" charset="0"/>
            </a:rPr>
            <a:t>Manutenção </a:t>
          </a:r>
          <a:endParaRPr lang="pt-AO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72224" y="1470211"/>
        <a:ext cx="2152684" cy="927712"/>
      </dsp:txXfrm>
    </dsp:sp>
    <dsp:sp modelId="{FCB06A57-3CC2-4B7D-A6C3-E45D00A8BB48}">
      <dsp:nvSpPr>
        <dsp:cNvPr id="0" name=""/>
        <dsp:cNvSpPr/>
      </dsp:nvSpPr>
      <dsp:spPr>
        <a:xfrm>
          <a:off x="1648044" y="514897"/>
          <a:ext cx="4107684" cy="4107684"/>
        </a:xfrm>
        <a:custGeom>
          <a:avLst/>
          <a:gdLst/>
          <a:ahLst/>
          <a:cxnLst/>
          <a:rect l="0" t="0" r="0" b="0"/>
          <a:pathLst>
            <a:path>
              <a:moveTo>
                <a:pt x="473634" y="741892"/>
              </a:moveTo>
              <a:arcTo wR="2053842" hR="2053842" stAng="13182047" swAng="104287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BendingPictureBlocks">
  <dgm:title val=""/>
  <dgm:desc val=""/>
  <dgm:catLst>
    <dgm:cat type="picture" pri="8000"/>
    <dgm:cat type="pictureconvert" pri="8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61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908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3"/>
              <dgm:constr type="t" for="ch" forName="rect1" refType="h" fact="0"/>
              <dgm:constr type="w" for="ch" forName="rect1" refType="h" fact="1.12"/>
              <dgm:constr type="h" for="ch" forName="rect1" refType="h" fact="0.942"/>
              <dgm:constr type="l" for="ch" forName="rect2" refType="w" fact="0"/>
              <dgm:constr type="t" for="ch" forName="rect2" refType="h" fact="0.396"/>
              <dgm:constr type="w" for="ch" forName="rect2" refType="h" fact="0.607"/>
              <dgm:constr type="h" for="ch" forName="rect2" refType="h" fact="0.607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h" fact="1.12"/>
              <dgm:constr type="h" for="ch" forName="rect1" refType="h" fact="0.942"/>
              <dgm:constr type="l" for="ch" forName="rect2" refType="w" fact="0.63"/>
              <dgm:constr type="t" for="ch" forName="rect2" refType="h" fact="0.396"/>
              <dgm:constr type="w" for="ch" forName="rect2" refType="h" fact="0.607"/>
              <dgm:constr type="h" for="ch" forName="rect2" refType="h" fact="0.607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726414-CC46-03B7-3EC4-D51EFC6AB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DBC613-D502-1E95-603D-C9D1F0D58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4CADFB-874B-D405-0DFC-FC86A4AF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421762-F571-78CA-29FA-94E363704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C0F158-C563-44F2-1CF4-D1226758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872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ECA57-60F1-BF89-AB85-7093FBB6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EBD469-3D06-817D-C674-107C17510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D1878C-466F-CB61-DC07-9941E067B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AD1421-CFA5-1604-8621-0F0965B98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78CD86-B0D4-5922-8DA9-EB4C6A58B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882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D89E9-BDE4-173D-CA06-E0587EF75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65127D-5415-1EAE-3792-5F3F96D2D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F87CBA-B9E0-2BEF-834B-1C97474BF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E04459-6FCF-FA1C-D461-CD0C01DD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52A244-7DF8-26DA-50EE-D2771E7F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51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9B54A-73B8-4CD3-78AA-B2D5BBA9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60D953-FCFE-5B10-5A0B-68A138807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FF8E15-689F-EC18-0596-B7C253D49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BA827C-D8C9-CE3D-0171-D89222A37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F61E45-0469-16EC-0790-DE25C0C8F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9DE0C6-21E9-7869-A6E2-282E08567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965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2B09A-0252-40AA-98A8-4D2000FE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9164E5-D5BA-827F-6B16-E261CB01D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F478AF-729C-6DA9-D259-AC79EE6BF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A118411-544C-6E03-A403-A2565E2A3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0A15AA7-D61B-42C9-27D2-684F00169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2522552-D613-01C3-3344-F0805F9FD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645F566-9EDE-5D2A-0D84-A99A8F6A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9F9AED6-50DF-2CD8-066A-15CA16342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533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7F171-474C-6E42-F71D-78EFDA02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6CE27A-412D-1C3F-2937-C18EA2D07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92C8B41-B156-175B-EFC7-B94B4ADE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8C3579-6DAD-D78A-6348-AA48A40D1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437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D90DF13-956E-33CC-B843-737C87EF2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B5AD2F4-EF20-EF17-A0B1-B83CDA35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23C362-6D0A-3DAF-511D-B939EBBF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97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A9F462-5064-07A9-E056-22A919A37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DE924-1345-7564-D62A-67EF51B25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71491E-2CB8-533D-E42B-14E47BC93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B8760D-BED3-DF01-2C76-2695FE5FE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878597-1A1E-9B23-6F00-ED2E71233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A5901C-1D6F-B7F5-FB39-11D325B8B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450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68704-7ECE-ACAF-F0AB-17A9F4026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2301BB7-3593-3060-DEA5-A8CFA8306D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42B354F-4BBC-7E43-0BED-E0582AD41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F92235-F038-8DB0-E383-BAEF48624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51FA68-8DCB-10BD-B1AB-8C59117F3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28A7AE-FC82-901B-72F7-0E8BB49E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28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1F6DB-3DBF-5D45-7E24-C404338B1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CBA3E4-83DA-9F08-A16A-18F6F614D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D8DB8E-88EC-F263-6C6B-7E24BF2E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C4213A-63F7-CF5D-40CF-77E5F32C9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7221C2-0B1E-3859-6AC6-E452A844F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37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3D4324-DB83-BE56-DACB-746B7B0BB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0845340-1BEB-E3D3-3348-8264A6ABA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D225FD-5943-7C46-A883-A59797C24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82AF10-6CDC-8B29-70B3-1D0188C65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862EF7-81F7-41E1-2545-62957B37D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80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EE90FA8-D859-46BD-3E17-0F4DB68AE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EE99ED-56D5-DC60-B5BD-1E5115FEB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EC139E-7A1B-2D0F-263A-EBF0211D2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921B1F-15AD-AE69-D2F1-A5DDBB56A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C233FE-000C-4643-3BD4-9FD2456BE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78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3" r:id="rId1"/>
    <p:sldLayoutId id="2147484164" r:id="rId2"/>
    <p:sldLayoutId id="2147484165" r:id="rId3"/>
    <p:sldLayoutId id="2147484166" r:id="rId4"/>
    <p:sldLayoutId id="2147484167" r:id="rId5"/>
    <p:sldLayoutId id="2147484168" r:id="rId6"/>
    <p:sldLayoutId id="2147484169" r:id="rId7"/>
    <p:sldLayoutId id="2147484170" r:id="rId8"/>
    <p:sldLayoutId id="2147484171" r:id="rId9"/>
    <p:sldLayoutId id="2147484172" r:id="rId10"/>
    <p:sldLayoutId id="21474841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jpg"/><Relationship Id="rId15" Type="http://schemas.openxmlformats.org/officeDocument/2006/relationships/image" Target="../media/image18.png"/><Relationship Id="rId10" Type="http://schemas.openxmlformats.org/officeDocument/2006/relationships/image" Target="../media/image13.jpeg"/><Relationship Id="rId4" Type="http://schemas.openxmlformats.org/officeDocument/2006/relationships/image" Target="../media/image7.jp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24347" y="1460535"/>
            <a:ext cx="7475456" cy="601127"/>
          </a:xfrm>
        </p:spPr>
        <p:txBody>
          <a:bodyPr>
            <a:normAutofit fontScale="90000"/>
          </a:bodyPr>
          <a:lstStyle/>
          <a:p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  <a:t>Instituto Superior Politécnico do Bié</a:t>
            </a:r>
            <a:b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  <a:t>Departamento de Engenharias</a:t>
            </a:r>
            <a:b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Cusrso de Engenharia Informática</a:t>
            </a:r>
            <a:b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PT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2416136"/>
            <a:ext cx="12192000" cy="2025729"/>
          </a:xfr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marL="709136" algn="just"/>
            <a:endParaRPr lang="pt-PT" sz="1350" b="1" dirty="0">
              <a:latin typeface="Times New Roman"/>
              <a:cs typeface="Times New Roman"/>
            </a:endParaRPr>
          </a:p>
          <a:p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400" b="1" dirty="0">
                <a:latin typeface="Arial" panose="020B0604020202020204" pitchFamily="34" charset="0"/>
                <a:cs typeface="Arial" panose="020B0604020202020204" pitchFamily="34" charset="0"/>
              </a:rPr>
              <a:t>TEMA:</a:t>
            </a:r>
          </a:p>
          <a:p>
            <a:pPr>
              <a:lnSpc>
                <a:spcPct val="120000"/>
              </a:lnSpc>
            </a:pPr>
            <a:r>
              <a:rPr lang="pt-PT" sz="3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DE RECONHECIMENTO FACIAL PARA O APOIO DE CONTROLE DE PRESENÇA DE ESTUDANTES E PROFESSORES DO ITPS-VITALIS</a:t>
            </a:r>
            <a:endParaRPr lang="pt-PT" sz="3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444138" y="4982066"/>
            <a:ext cx="10113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b="1" dirty="0">
                <a:latin typeface="Arial" panose="020B0604020202020204" pitchFamily="34" charset="0"/>
                <a:cs typeface="Arial" panose="020B0604020202020204" pitchFamily="34" charset="0"/>
              </a:rPr>
              <a:t>Autor: Joaquim Paulo Alberto Nangayamale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D8A6B4-8E34-9A9F-D9A6-33C603EB3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35" y="10108"/>
            <a:ext cx="2760975" cy="141873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073FC10B-85A6-4D1A-9726-C810757CE061}"/>
              </a:ext>
            </a:extLst>
          </p:cNvPr>
          <p:cNvSpPr txBox="1"/>
          <p:nvPr/>
        </p:nvSpPr>
        <p:spPr>
          <a:xfrm>
            <a:off x="5353890" y="6184790"/>
            <a:ext cx="1837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latin typeface="Arial" panose="020B0604020202020204" pitchFamily="34" charset="0"/>
                <a:cs typeface="Arial" panose="020B0604020202020204" pitchFamily="34" charset="0"/>
              </a:rPr>
              <a:t>Cuito 2026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E7E9D09-F389-CD89-3E7F-B01331A506A6}"/>
              </a:ext>
            </a:extLst>
          </p:cNvPr>
          <p:cNvSpPr txBox="1"/>
          <p:nvPr/>
        </p:nvSpPr>
        <p:spPr>
          <a:xfrm>
            <a:off x="558438" y="1923693"/>
            <a:ext cx="1011319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600" b="1" dirty="0">
                <a:latin typeface="Arial" panose="020B0604020202020204" pitchFamily="34" charset="0"/>
                <a:cs typeface="Arial" panose="020B0604020202020204" pitchFamily="34" charset="0"/>
              </a:rPr>
              <a:t>APRESENTAÇÃO DO TRABALHO DE FIM DE CURSO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03BF04-BC8F-FD4B-0278-410E78DDC923}"/>
              </a:ext>
            </a:extLst>
          </p:cNvPr>
          <p:cNvSpPr txBox="1"/>
          <p:nvPr/>
        </p:nvSpPr>
        <p:spPr>
          <a:xfrm>
            <a:off x="558438" y="5397465"/>
            <a:ext cx="1011319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600" b="1" dirty="0">
                <a:latin typeface="Arial" panose="020B0604020202020204" pitchFamily="34" charset="0"/>
                <a:cs typeface="Arial" panose="020B0604020202020204" pitchFamily="34" charset="0"/>
              </a:rPr>
              <a:t>Orientador: </a:t>
            </a:r>
            <a:r>
              <a:rPr lang="pt-PT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MsC</a:t>
            </a:r>
            <a:r>
              <a:rPr lang="pt-PT" sz="26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PT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Yeran</a:t>
            </a:r>
            <a:r>
              <a:rPr lang="pt-PT" sz="2600" b="1" dirty="0">
                <a:latin typeface="Arial" panose="020B0604020202020204" pitchFamily="34" charset="0"/>
                <a:cs typeface="Arial" panose="020B0604020202020204" pitchFamily="34" charset="0"/>
              </a:rPr>
              <a:t> León </a:t>
            </a:r>
            <a:r>
              <a:rPr lang="pt-PT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Morejón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92395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14007" y="1042211"/>
            <a:ext cx="10515600" cy="5227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  <a:p>
            <a:pPr marL="0" indent="0" algn="just">
              <a:buNone/>
            </a:pPr>
            <a:r>
              <a:rPr lang="pt-AO" dirty="0"/>
              <a:t>A crescente necessidade de eficiência administrativa, aliada à exigência de maior fiabilidade e transparência na gestão académica, tem impulsionado as instituições de ensino a adoptarem soluções tecnológicas inovadoras para apoiar os seus processos internos (Laudon 2019)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384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C49BD-B8BE-3E55-0303-669B51A38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5CC29B-CB53-4ED9-D1B2-BD33AD84D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5607" y="1411514"/>
            <a:ext cx="10515600" cy="403497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PT" dirty="0"/>
              <a:t>Segundo Turk e Pentland (1991), o reconhecimento facial consiste na análise computacional das características do rosto para identificar ou verificar indivíduos. Os avanços na visão computacional e na aprendizagem profunda aumentaram significativamente a precisão desses sistemas, viabilizando a sua aplicação em larga escala, como no controlo de acesso e na gestão de presença (Goodfellow et al., 2016).</a:t>
            </a:r>
            <a:endParaRPr lang="pt-AO" sz="2400" dirty="0"/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09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E0806-05AE-9FB0-67DF-C176B232B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9D3BC8-2B38-D065-156F-D676C2D31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07" y="1460499"/>
            <a:ext cx="10515600" cy="480967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PT" sz="2600" b="1" dirty="0">
                <a:latin typeface="Arial" panose="020B0604020202020204" pitchFamily="34" charset="0"/>
                <a:cs typeface="Arial" panose="020B0604020202020204" pitchFamily="34" charset="0"/>
              </a:rPr>
              <a:t>SITUAÇÃO ACTUAL</a:t>
            </a:r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AFC2EBF-CBEE-A724-AD49-5DF211DE31ED}"/>
              </a:ext>
            </a:extLst>
          </p:cNvPr>
          <p:cNvSpPr txBox="1"/>
          <p:nvPr/>
        </p:nvSpPr>
        <p:spPr>
          <a:xfrm>
            <a:off x="1413971" y="2472931"/>
            <a:ext cx="2287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600" dirty="0">
                <a:latin typeface="Arial" panose="020B0604020202020204" pitchFamily="34" charset="0"/>
                <a:cs typeface="Arial" panose="020B0604020202020204" pitchFamily="34" charset="0"/>
              </a:rPr>
              <a:t>Professor 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02B0434-A43B-396A-5FC7-66B29F83E0E1}"/>
              </a:ext>
            </a:extLst>
          </p:cNvPr>
          <p:cNvSpPr txBox="1"/>
          <p:nvPr/>
        </p:nvSpPr>
        <p:spPr>
          <a:xfrm>
            <a:off x="7255971" y="2472931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600" dirty="0">
                <a:latin typeface="Arial" panose="020B0604020202020204" pitchFamily="34" charset="0"/>
                <a:cs typeface="Arial" panose="020B0604020202020204" pitchFamily="34" charset="0"/>
              </a:rPr>
              <a:t>Estudante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802EC3-2575-B3D2-46BF-85D1B34A4DA0}"/>
              </a:ext>
            </a:extLst>
          </p:cNvPr>
          <p:cNvSpPr txBox="1"/>
          <p:nvPr/>
        </p:nvSpPr>
        <p:spPr>
          <a:xfrm>
            <a:off x="4947437" y="4371551"/>
            <a:ext cx="3082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Coordenação </a:t>
            </a:r>
          </a:p>
        </p:txBody>
      </p:sp>
      <p:sp>
        <p:nvSpPr>
          <p:cNvPr id="7" name="Seta: Bidirecional 6">
            <a:extLst>
              <a:ext uri="{FF2B5EF4-FFF2-40B4-BE49-F238E27FC236}">
                <a16:creationId xmlns:a16="http://schemas.microsoft.com/office/drawing/2014/main" id="{7540F903-74C9-101F-04AD-504D3F6AC952}"/>
              </a:ext>
            </a:extLst>
          </p:cNvPr>
          <p:cNvSpPr/>
          <p:nvPr/>
        </p:nvSpPr>
        <p:spPr>
          <a:xfrm>
            <a:off x="3701777" y="2553780"/>
            <a:ext cx="3003823" cy="4846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sp>
        <p:nvSpPr>
          <p:cNvPr id="8" name="Seta: Bidirecional 7">
            <a:extLst>
              <a:ext uri="{FF2B5EF4-FFF2-40B4-BE49-F238E27FC236}">
                <a16:creationId xmlns:a16="http://schemas.microsoft.com/office/drawing/2014/main" id="{12E92B88-337A-09F6-4F35-B0E103090B58}"/>
              </a:ext>
            </a:extLst>
          </p:cNvPr>
          <p:cNvSpPr/>
          <p:nvPr/>
        </p:nvSpPr>
        <p:spPr>
          <a:xfrm rot="2371291">
            <a:off x="2766941" y="3577272"/>
            <a:ext cx="2287806" cy="4846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4639692-1732-3299-6673-6040152B6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35" y="10108"/>
            <a:ext cx="2760975" cy="141873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F7048449-0971-9E4E-FA7D-C52980660AED}"/>
              </a:ext>
            </a:extLst>
          </p:cNvPr>
          <p:cNvSpPr txBox="1"/>
          <p:nvPr/>
        </p:nvSpPr>
        <p:spPr>
          <a:xfrm>
            <a:off x="3227910" y="465023"/>
            <a:ext cx="6754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800" b="1" dirty="0">
                <a:latin typeface="Arial" panose="020B0604020202020204" pitchFamily="34" charset="0"/>
                <a:cs typeface="Arial" panose="020B0604020202020204" pitchFamily="34" charset="0"/>
              </a:rPr>
              <a:t>Instituto Superior Politécnico do Bié</a:t>
            </a:r>
            <a:endParaRPr lang="pt-AO" sz="2800" dirty="0"/>
          </a:p>
        </p:txBody>
      </p:sp>
    </p:spTree>
    <p:extLst>
      <p:ext uri="{BB962C8B-B14F-4D97-AF65-F5344CB8AC3E}">
        <p14:creationId xmlns:p14="http://schemas.microsoft.com/office/powerpoint/2010/main" val="61893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3A539-C750-CC61-3D34-92C838920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5A0C45-83DD-446D-D7E6-388584E34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07" y="719667"/>
            <a:ext cx="10515600" cy="5227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INSUFICIÊNCIAS</a:t>
            </a:r>
            <a:endParaRPr lang="pt-PT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FCCA9E2-8581-690F-3242-DBBE1C70CA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0095838"/>
              </p:ext>
            </p:extLst>
          </p:nvPr>
        </p:nvGraphicFramePr>
        <p:xfrm>
          <a:off x="914007" y="1333294"/>
          <a:ext cx="9245993" cy="5067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8A5EA4A4-5441-B832-E18A-21C28A4B7AFC}"/>
              </a:ext>
            </a:extLst>
          </p:cNvPr>
          <p:cNvSpPr txBox="1"/>
          <p:nvPr/>
        </p:nvSpPr>
        <p:spPr>
          <a:xfrm>
            <a:off x="1909141" y="1394634"/>
            <a:ext cx="85253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Uso de livros de ponto pelos professores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B1F24BF-2265-05BB-CB6C-D60C6F3D5A87}"/>
              </a:ext>
            </a:extLst>
          </p:cNvPr>
          <p:cNvSpPr/>
          <p:nvPr/>
        </p:nvSpPr>
        <p:spPr>
          <a:xfrm>
            <a:off x="914007" y="1414269"/>
            <a:ext cx="909336" cy="990595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AO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B2CEB5A-0160-73EA-7F1A-00FC16A2AEE5}"/>
              </a:ext>
            </a:extLst>
          </p:cNvPr>
          <p:cNvSpPr/>
          <p:nvPr/>
        </p:nvSpPr>
        <p:spPr>
          <a:xfrm>
            <a:off x="914007" y="2523193"/>
            <a:ext cx="909336" cy="990595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pt-AO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30EFDCB-8B69-F252-B15B-4AB595D177C4}"/>
              </a:ext>
            </a:extLst>
          </p:cNvPr>
          <p:cNvSpPr/>
          <p:nvPr/>
        </p:nvSpPr>
        <p:spPr>
          <a:xfrm>
            <a:off x="914007" y="3684657"/>
            <a:ext cx="909336" cy="990595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pt-AO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57E1C8D-81AA-2696-F4BE-455EC309CE8D}"/>
              </a:ext>
            </a:extLst>
          </p:cNvPr>
          <p:cNvSpPr/>
          <p:nvPr/>
        </p:nvSpPr>
        <p:spPr>
          <a:xfrm>
            <a:off x="914007" y="4846121"/>
            <a:ext cx="909336" cy="990595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pt-AO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95FDD2E-E8A3-599A-8E4B-5A8B17BF4490}"/>
              </a:ext>
            </a:extLst>
          </p:cNvPr>
          <p:cNvSpPr txBox="1"/>
          <p:nvPr/>
        </p:nvSpPr>
        <p:spPr>
          <a:xfrm>
            <a:off x="1909141" y="2476962"/>
            <a:ext cx="85253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Realização de chamadas manuais nas salas de aula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534861-D2D4-8709-10D8-99BC20B72BA9}"/>
              </a:ext>
            </a:extLst>
          </p:cNvPr>
          <p:cNvSpPr txBox="1"/>
          <p:nvPr/>
        </p:nvSpPr>
        <p:spPr>
          <a:xfrm>
            <a:off x="1909141" y="3718289"/>
            <a:ext cx="85253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Ausência de relatórios informatizados para a gestão de presença dos estudantes e professores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EA440C9-D80A-F449-EB05-E3F651E9CAF7}"/>
              </a:ext>
            </a:extLst>
          </p:cNvPr>
          <p:cNvSpPr txBox="1"/>
          <p:nvPr/>
        </p:nvSpPr>
        <p:spPr>
          <a:xfrm>
            <a:off x="1909141" y="4832958"/>
            <a:ext cx="85253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Facilidade de fraude no método actual de controlo de presença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807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750CB-226B-8EA3-63B0-147F73031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261137-EC0A-0D3F-5078-19944F31B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07" y="1042211"/>
            <a:ext cx="10515600" cy="5227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PROBLEMA A RESOLVER</a:t>
            </a:r>
          </a:p>
          <a:p>
            <a:pPr marL="0" indent="0">
              <a:buNone/>
            </a:pPr>
            <a:endParaRPr lang="pt-AO" sz="2400" dirty="0"/>
          </a:p>
          <a:p>
            <a:pPr marL="0" indent="0" algn="just">
              <a:buNone/>
            </a:pPr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Como melhorar o processo de controlo de presença dos estudantes e professores no ITPS-VITALIS?</a:t>
            </a:r>
          </a:p>
          <a:p>
            <a:pPr marL="0" indent="0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825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23152-548B-7BA2-BD0B-98D7B79FB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32AAFA-12A3-B5D0-1144-D119876D9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07" y="1042211"/>
            <a:ext cx="10515600" cy="5227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OBJECTO DE ESTUDO</a:t>
            </a:r>
          </a:p>
          <a:p>
            <a:pPr marL="0" indent="0">
              <a:buNone/>
            </a:pPr>
            <a:endParaRPr lang="pt-AO" sz="2400" dirty="0"/>
          </a:p>
          <a:p>
            <a:pPr marL="0" indent="0" algn="just">
              <a:buNone/>
            </a:pP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processo de controlo de presença dos estudantes e professores </a:t>
            </a:r>
            <a:r>
              <a:rPr lang="pt-AO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ITPS-VITALIS.</a:t>
            </a:r>
          </a:p>
          <a:p>
            <a:pPr marL="0" indent="0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958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3C1A6-5471-2B7A-EA78-63E31D38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0EC359-2C6E-361A-6129-81CC9544D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07" y="1042211"/>
            <a:ext cx="10515600" cy="5227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CAMPO DE AÇÃO</a:t>
            </a:r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r>
              <a:rPr lang="pt-BR" sz="2600" dirty="0"/>
              <a:t>I</a:t>
            </a:r>
            <a:r>
              <a:rPr lang="pt-AO" sz="2600" dirty="0"/>
              <a:t>nformatização do processo de controlo de presença de estudantes nas salas de aula e de professores do ITPS-VITALIS, por meio da aplicação de tecnologias de reconhecimento facial.</a:t>
            </a:r>
          </a:p>
          <a:p>
            <a:pPr marL="0" indent="0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170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D4B41-F793-AA07-E7A1-210BE4346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28D739-BF79-C1CF-37A9-C15A63D5E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07" y="1042211"/>
            <a:ext cx="10515600" cy="5227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OBJECTIVO GERAL</a:t>
            </a:r>
          </a:p>
          <a:p>
            <a:pPr marL="0" indent="0">
              <a:buNone/>
            </a:pPr>
            <a:endParaRPr lang="pt-AO" sz="2400" dirty="0"/>
          </a:p>
          <a:p>
            <a:pPr marL="0" indent="0" algn="just">
              <a:buNone/>
            </a:pPr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Desenvolver o sistema Inteligente de Reconhecimento Facial para o apoio ao Controlo de Presença dos Estudantes e professores do ITPS-VITALIS.</a:t>
            </a:r>
            <a:endParaRPr lang="pt-BR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340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64339-72EA-BD7F-CC79-B308ED083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83E7C1-C0EA-BEFD-12D9-C2149103A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07" y="719667"/>
            <a:ext cx="10515600" cy="5227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OBJECTIVOS ESPECÍFICOS</a:t>
            </a:r>
          </a:p>
          <a:p>
            <a:pPr marL="0" indent="0">
              <a:buNone/>
            </a:pPr>
            <a:endParaRPr lang="pt-PT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09EE227-386A-A1B3-954A-4B48AFE678A8}"/>
              </a:ext>
            </a:extLst>
          </p:cNvPr>
          <p:cNvGraphicFramePr/>
          <p:nvPr/>
        </p:nvGraphicFramePr>
        <p:xfrm>
          <a:off x="914007" y="1333294"/>
          <a:ext cx="9245993" cy="5067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A6DD2C31-9245-A908-BDA6-341577D90215}"/>
              </a:ext>
            </a:extLst>
          </p:cNvPr>
          <p:cNvSpPr txBox="1"/>
          <p:nvPr/>
        </p:nvSpPr>
        <p:spPr>
          <a:xfrm>
            <a:off x="1909141" y="1394634"/>
            <a:ext cx="85253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Fundamentar o referencial teórico do processo de controlo de presença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F992D29-9E10-2164-AF2C-D60DBD6D61D5}"/>
              </a:ext>
            </a:extLst>
          </p:cNvPr>
          <p:cNvSpPr/>
          <p:nvPr/>
        </p:nvSpPr>
        <p:spPr>
          <a:xfrm>
            <a:off x="914007" y="1414269"/>
            <a:ext cx="909336" cy="990595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AO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C100FF1-3650-A712-7C4B-484ECBCE664F}"/>
              </a:ext>
            </a:extLst>
          </p:cNvPr>
          <p:cNvSpPr/>
          <p:nvPr/>
        </p:nvSpPr>
        <p:spPr>
          <a:xfrm>
            <a:off x="914007" y="2893303"/>
            <a:ext cx="909336" cy="990595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pt-AO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4A92AFE-9D2A-5764-B1E6-1C524D079F2B}"/>
              </a:ext>
            </a:extLst>
          </p:cNvPr>
          <p:cNvSpPr/>
          <p:nvPr/>
        </p:nvSpPr>
        <p:spPr>
          <a:xfrm>
            <a:off x="848191" y="4420465"/>
            <a:ext cx="909336" cy="990595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pt-AO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BB5BED8-FB06-8435-771F-9894F06C441C}"/>
              </a:ext>
            </a:extLst>
          </p:cNvPr>
          <p:cNvSpPr txBox="1"/>
          <p:nvPr/>
        </p:nvSpPr>
        <p:spPr>
          <a:xfrm>
            <a:off x="1909141" y="2816477"/>
            <a:ext cx="852533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600" dirty="0">
                <a:latin typeface="Arial" panose="020B0604020202020204" pitchFamily="34" charset="0"/>
                <a:cs typeface="Arial" panose="020B0604020202020204" pitchFamily="34" charset="0"/>
              </a:rPr>
              <a:t>Caracterizar a situação actual do processo de controle de presenças no </a:t>
            </a:r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Instituto Técnico Privado de Saúde VITALIS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D87DD6A-A5E1-16CE-249C-4A87F1426C36}"/>
              </a:ext>
            </a:extLst>
          </p:cNvPr>
          <p:cNvSpPr txBox="1"/>
          <p:nvPr/>
        </p:nvSpPr>
        <p:spPr>
          <a:xfrm>
            <a:off x="1909141" y="4349744"/>
            <a:ext cx="852533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AO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Desenvolver o sistema inteligente de reconhecimento facial para o apoio ao controlo de presença de estudantes e professores no Instituto Técnico Privado de Saúde VITALIS;</a:t>
            </a:r>
          </a:p>
        </p:txBody>
      </p:sp>
    </p:spTree>
    <p:extLst>
      <p:ext uri="{BB962C8B-B14F-4D97-AF65-F5344CB8AC3E}">
        <p14:creationId xmlns:p14="http://schemas.microsoft.com/office/powerpoint/2010/main" val="2127637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53B49-16DF-928D-075D-F753D5023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795E6-25BC-959A-76E1-FA090C30A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07" y="719667"/>
            <a:ext cx="10515600" cy="5227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OBJECTIVOS ESPECÍFICOS</a:t>
            </a:r>
          </a:p>
          <a:p>
            <a:pPr marL="0" indent="0">
              <a:buNone/>
            </a:pPr>
            <a:endParaRPr lang="pt-PT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BF1C864-587C-C58A-855C-76D8E1B8E519}"/>
              </a:ext>
            </a:extLst>
          </p:cNvPr>
          <p:cNvGraphicFramePr/>
          <p:nvPr/>
        </p:nvGraphicFramePr>
        <p:xfrm>
          <a:off x="914007" y="1333294"/>
          <a:ext cx="9245993" cy="5067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6CBF036C-658E-7002-BFA9-E2DCC973A9AC}"/>
              </a:ext>
            </a:extLst>
          </p:cNvPr>
          <p:cNvSpPr txBox="1"/>
          <p:nvPr/>
        </p:nvSpPr>
        <p:spPr>
          <a:xfrm>
            <a:off x="1909141" y="1394634"/>
            <a:ext cx="852533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600" dirty="0">
                <a:latin typeface="Arial" panose="020B0604020202020204" pitchFamily="34" charset="0"/>
                <a:cs typeface="Arial" panose="020B0604020202020204" pitchFamily="34" charset="0"/>
              </a:rPr>
              <a:t>Implementar o </a:t>
            </a:r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sistema inteligente de reconhecimento facial para o apoio ao controlo de presença de estudantes e professores no Instituto Técnico Privado de Saúde VITALIS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2FB509A-D6CD-0A45-3902-3EA4310AEBF3}"/>
              </a:ext>
            </a:extLst>
          </p:cNvPr>
          <p:cNvSpPr/>
          <p:nvPr/>
        </p:nvSpPr>
        <p:spPr>
          <a:xfrm>
            <a:off x="914007" y="1414269"/>
            <a:ext cx="909336" cy="990595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pt-AO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E24A108-38A0-32D8-2D30-E9C6DCD0387C}"/>
              </a:ext>
            </a:extLst>
          </p:cNvPr>
          <p:cNvSpPr/>
          <p:nvPr/>
        </p:nvSpPr>
        <p:spPr>
          <a:xfrm>
            <a:off x="914007" y="3599494"/>
            <a:ext cx="909336" cy="990595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pt-AO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C5492EC-DDAC-CD01-2376-FE85B4FE5334}"/>
              </a:ext>
            </a:extLst>
          </p:cNvPr>
          <p:cNvSpPr txBox="1"/>
          <p:nvPr/>
        </p:nvSpPr>
        <p:spPr>
          <a:xfrm>
            <a:off x="1909141" y="3590953"/>
            <a:ext cx="85253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600" dirty="0">
                <a:latin typeface="Arial" panose="020B0604020202020204" pitchFamily="34" charset="0"/>
                <a:cs typeface="Arial" panose="020B0604020202020204" pitchFamily="34" charset="0"/>
              </a:rPr>
              <a:t>Validar o sistema por meio de testes de aceitação realizados na instituição em estudo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539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207232"/>
            <a:ext cx="10515600" cy="4715808"/>
          </a:xfrm>
        </p:spPr>
        <p:txBody>
          <a:bodyPr/>
          <a:lstStyle/>
          <a:p>
            <a:pPr marL="0" indent="0" algn="ctr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MÉTODOS E TÉCNICAS DE INVESTIGAÇÃO: TEÓRICO </a:t>
            </a: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dirty="0"/>
          </a:p>
          <a:p>
            <a:pPr marL="0" indent="0">
              <a:buNone/>
            </a:pP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A32A5B64-8C90-9F41-0AC3-578FAD537F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8517494"/>
              </p:ext>
            </p:extLst>
          </p:nvPr>
        </p:nvGraphicFramePr>
        <p:xfrm>
          <a:off x="1270000" y="1810419"/>
          <a:ext cx="8128000" cy="3701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5690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6B39-0579-5730-C942-6A470D555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55792E-F572-0D07-701C-754372306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7232"/>
            <a:ext cx="10515600" cy="4715808"/>
          </a:xfrm>
        </p:spPr>
        <p:txBody>
          <a:bodyPr/>
          <a:lstStyle/>
          <a:p>
            <a:pPr marL="0" indent="0" algn="ctr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MÉTODOS E TÉCNICAS DE INVESTIGAÇÃO: EMPÍRICO </a:t>
            </a: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dirty="0"/>
          </a:p>
          <a:p>
            <a:pPr marL="0" indent="0">
              <a:buNone/>
            </a:pP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3F2E875-EF17-FA04-407F-B40408959A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0221440"/>
              </p:ext>
            </p:extLst>
          </p:nvPr>
        </p:nvGraphicFramePr>
        <p:xfrm>
          <a:off x="1270000" y="1810419"/>
          <a:ext cx="8128000" cy="3701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5659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1BE1E-2292-2C95-927F-05E054BB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258763-FAB9-A642-5877-CA938CE3C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7232"/>
            <a:ext cx="10515600" cy="4715808"/>
          </a:xfrm>
        </p:spPr>
        <p:txBody>
          <a:bodyPr/>
          <a:lstStyle/>
          <a:p>
            <a:pPr marL="0" indent="0" algn="ctr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ANTECEDENTES HISTÓRICOS </a:t>
            </a: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dirty="0"/>
          </a:p>
          <a:p>
            <a:pPr marL="0" indent="0">
              <a:buNone/>
            </a:pP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519155EE-9202-208D-8C2E-9B4CF49B91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1122716"/>
              </p:ext>
            </p:extLst>
          </p:nvPr>
        </p:nvGraphicFramePr>
        <p:xfrm>
          <a:off x="2133600" y="1949387"/>
          <a:ext cx="8128000" cy="3701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5268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842496"/>
            <a:ext cx="10515600" cy="4715808"/>
          </a:xfrm>
        </p:spPr>
        <p:txBody>
          <a:bodyPr/>
          <a:lstStyle/>
          <a:p>
            <a:pPr marL="0" indent="0" algn="ctr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SOFTWARES EXISTENTES</a:t>
            </a:r>
            <a:endParaRPr lang="pt-AO" dirty="0"/>
          </a:p>
          <a:p>
            <a:pPr marL="0" indent="0">
              <a:buNone/>
            </a:pPr>
            <a:endParaRPr lang="pt-A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dirty="0"/>
          </a:p>
          <a:p>
            <a:pPr marL="0" indent="0">
              <a:buNone/>
            </a:pP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2BB8C003-4F44-B82B-C7A3-85E457AFC5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6204330"/>
              </p:ext>
            </p:extLst>
          </p:nvPr>
        </p:nvGraphicFramePr>
        <p:xfrm>
          <a:off x="1981200" y="1299696"/>
          <a:ext cx="7785100" cy="4813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5288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431800"/>
            <a:ext cx="10515600" cy="676766"/>
          </a:xfrm>
        </p:spPr>
        <p:txBody>
          <a:bodyPr>
            <a:normAutofit/>
          </a:bodyPr>
          <a:lstStyle/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TECNOLOGIAS UTILIZADAS </a:t>
            </a:r>
            <a:endParaRPr lang="pt-AO" sz="2800" dirty="0"/>
          </a:p>
        </p:txBody>
      </p:sp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DB4420D5-165C-4077-8E58-92DFF711A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846" y="1249037"/>
            <a:ext cx="2234656" cy="1251408"/>
          </a:xfr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7033814-7539-4434-8654-6C3BF8DF3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00" y="1249036"/>
            <a:ext cx="2267464" cy="141716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AD3E225-B616-4680-9EFA-77A1D29D1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100206" y="1304545"/>
            <a:ext cx="1938641" cy="125140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E7A64C98-DA34-42C5-BE11-BB5CE32BB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3889" y="1152771"/>
            <a:ext cx="3501296" cy="1479421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BAAE47D1-271D-4470-AE7D-B8E35CF1DB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0392" y="2971109"/>
            <a:ext cx="1880576" cy="1128128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E1E19872-A8F9-4F14-AE04-42E786F3FB8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0649" r="19515"/>
          <a:stretch/>
        </p:blipFill>
        <p:spPr>
          <a:xfrm>
            <a:off x="3359472" y="2554458"/>
            <a:ext cx="1709810" cy="160020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A5BEB8D0-DF40-4272-AA0D-68626A6BF4D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1491" r="18141"/>
          <a:stretch/>
        </p:blipFill>
        <p:spPr>
          <a:xfrm>
            <a:off x="5386290" y="2758763"/>
            <a:ext cx="1490686" cy="1387455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2533620B-3A9F-42FE-A30D-C8887B7136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3984" y="2689537"/>
            <a:ext cx="3238500" cy="1409700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C7281D86-9FA8-406D-82A1-6B6F40EEC5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15046" y="4411627"/>
            <a:ext cx="1205542" cy="1205542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D98FC920-E753-4332-84C1-68A5B286577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32297" y="4438348"/>
            <a:ext cx="1349100" cy="1205542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7C78F114-99CB-4982-BA6F-9284073107F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32035" y="4099237"/>
            <a:ext cx="1349100" cy="172082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6DD29B1-9B35-49CF-8902-CF9765BC4F7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8246" y="4339847"/>
            <a:ext cx="1286774" cy="134910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CDE1F94-3D38-4238-9E3A-F3078AE2FE5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13234" y="4339847"/>
            <a:ext cx="1635164" cy="12055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B89DCC5-52CE-A81E-4DBA-90AEB8DEAD2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92844" y="4411627"/>
            <a:ext cx="1685306" cy="93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82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7A783-374E-BD18-055C-FDAC2448A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71684C-E490-9915-DA1E-FEF5EF085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2496"/>
            <a:ext cx="10515600" cy="4715808"/>
          </a:xfrm>
        </p:spPr>
        <p:txBody>
          <a:bodyPr/>
          <a:lstStyle/>
          <a:p>
            <a:pPr marL="0" indent="0" algn="ctr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METODOLOGIAS DE DESENVOLVIMENTO </a:t>
            </a:r>
            <a:endParaRPr lang="pt-AO" dirty="0"/>
          </a:p>
          <a:p>
            <a:pPr marL="0" indent="0">
              <a:buNone/>
            </a:pPr>
            <a:endParaRPr lang="pt-A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dirty="0"/>
          </a:p>
          <a:p>
            <a:pPr marL="0" indent="0">
              <a:buNone/>
            </a:pP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05C6F80-BC91-06D6-BAA1-05F32F073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2352384"/>
              </p:ext>
            </p:extLst>
          </p:nvPr>
        </p:nvGraphicFramePr>
        <p:xfrm>
          <a:off x="2476500" y="1549399"/>
          <a:ext cx="6985000" cy="4106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7357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6BAEE-FF79-EBFF-83D4-39333AD53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B31926-52B0-0F76-FD45-F72B13FA4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2496"/>
            <a:ext cx="10515600" cy="4715808"/>
          </a:xfrm>
        </p:spPr>
        <p:txBody>
          <a:bodyPr/>
          <a:lstStyle/>
          <a:p>
            <a:pPr marL="0" indent="0" algn="ctr">
              <a:buNone/>
            </a:pPr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XP (</a:t>
            </a:r>
            <a:r>
              <a:rPr lang="pt-PT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eXtreme</a:t>
            </a:r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Programming</a:t>
            </a:r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): FASES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AO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dirty="0"/>
          </a:p>
          <a:p>
            <a:pPr marL="0" indent="0">
              <a:buNone/>
            </a:pP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9A17100-05DD-2AA9-25F0-2B2CDC07D3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5471718"/>
              </p:ext>
            </p:extLst>
          </p:nvPr>
        </p:nvGraphicFramePr>
        <p:xfrm>
          <a:off x="2476500" y="1549399"/>
          <a:ext cx="6985000" cy="4106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ECD2EF79-2E50-747D-558E-F543130425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1309486"/>
              </p:ext>
            </p:extLst>
          </p:nvPr>
        </p:nvGraphicFramePr>
        <p:xfrm>
          <a:off x="2381250" y="1549397"/>
          <a:ext cx="7429500" cy="4813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48965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16F27-5D5C-E79A-C24E-D4ED23B50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59E21C-F3F1-10BB-9046-54E4B80FF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1400"/>
            <a:ext cx="10515600" cy="4881640"/>
          </a:xfrm>
        </p:spPr>
        <p:txBody>
          <a:bodyPr/>
          <a:lstStyle/>
          <a:p>
            <a:pPr marL="0" indent="0" algn="ctr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SEGURANÇA E PROTEÇÃO DE DADOS BIOMÉTRICOS</a:t>
            </a:r>
          </a:p>
          <a:p>
            <a:pPr marL="0" indent="0" algn="ctr">
              <a:buNone/>
            </a:pP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PT" dirty="0"/>
              <a:t>De acordo com Jain, Ross e Nandakumar (2011), dados biométricos requerem níveis elevados de segurança, confidencialidade e proteção jurídica, devido ao seu potencial impacto na privacidade dos indivíduos.</a:t>
            </a:r>
            <a:endParaRPr lang="pt-AO" dirty="0"/>
          </a:p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ctr">
              <a:buNone/>
            </a:pP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dirty="0"/>
          </a:p>
          <a:p>
            <a:pPr marL="0" indent="0">
              <a:buNone/>
            </a:pP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5034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28475</TotalTime>
  <Words>526</Words>
  <Application>Microsoft Office PowerPoint</Application>
  <PresentationFormat>Ecrã Panorâmico</PresentationFormat>
  <Paragraphs>108</Paragraphs>
  <Slides>19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Tema do Office</vt:lpstr>
      <vt:lpstr>           Instituto Superior Politécnico do Bié Departamento de Engenharias Cusrso de Engenharia Informática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TECNOLOGIAS UTILIZADAS </vt:lpstr>
      <vt:lpstr>Apresentação do PowerPoint</vt:lpstr>
      <vt:lpstr>Apresentação do PowerPoint</vt:lpstr>
      <vt:lpstr>Apresentação do PowerPoint</vt:lpstr>
    </vt:vector>
  </TitlesOfParts>
  <Manager>Eng. Mendes Castanheiro António</Manager>
  <Company>MCA Business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Modelo</dc:title>
  <dc:creator>Wilfredo Falcón</dc:creator>
  <cp:lastModifiedBy>JOAQUIM PAULO ALBERTO NANGAYAMALE</cp:lastModifiedBy>
  <cp:revision>468</cp:revision>
  <dcterms:created xsi:type="dcterms:W3CDTF">2019-03-17T06:59:11Z</dcterms:created>
  <dcterms:modified xsi:type="dcterms:W3CDTF">2026-01-26T09:37:38Z</dcterms:modified>
</cp:coreProperties>
</file>