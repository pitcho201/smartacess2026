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2" r:id="rId1"/>
  </p:sldMasterIdLst>
  <p:sldIdLst>
    <p:sldId id="256" r:id="rId2"/>
    <p:sldId id="369" r:id="rId3"/>
    <p:sldId id="370" r:id="rId4"/>
    <p:sldId id="371" r:id="rId5"/>
    <p:sldId id="372" r:id="rId6"/>
    <p:sldId id="388" r:id="rId7"/>
    <p:sldId id="373" r:id="rId8"/>
    <p:sldId id="374" r:id="rId9"/>
    <p:sldId id="375" r:id="rId10"/>
    <p:sldId id="389" r:id="rId11"/>
    <p:sldId id="390" r:id="rId12"/>
    <p:sldId id="376" r:id="rId13"/>
    <p:sldId id="386" r:id="rId14"/>
    <p:sldId id="387" r:id="rId15"/>
    <p:sldId id="385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92" y="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26414-CC46-03B7-3EC4-D51EFC6A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C613-D502-1E95-603D-C9D1F0D58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CADFB-874B-D405-0DFC-FC86A4AF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1762-F571-78CA-29FA-94E36370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0F158-C563-44F2-1CF4-D1226758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7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ECA57-60F1-BF89-AB85-7093FBB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BD469-3D06-817D-C674-107C1751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1878C-466F-CB61-DC07-9941E067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D1421-CFA5-1604-8621-0F0965B9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8CD86-B0D4-5922-8DA9-EB4C6A58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8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D89E9-BDE4-173D-CA06-E0587EF7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5127D-5415-1EAE-3792-5F3F96D2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87CBA-B9E0-2BEF-834B-1C97474B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04459-6FCF-FA1C-D461-CD0C01DD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2A244-7DF8-26DA-50EE-D2771E7F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1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9B54A-73B8-4CD3-78AA-B2D5BBA9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0D953-FCFE-5B10-5A0B-68A138807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F8E15-689F-EC18-0596-B7C253D49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A827C-D8C9-CE3D-0171-D89222A3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F61E45-0469-16EC-0790-DE25C0C8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9DE0C6-21E9-7869-A6E2-282E0856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6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2B09A-0252-40AA-98A8-4D2000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9164E5-D5BA-827F-6B16-E261CB01D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F478AF-729C-6DA9-D259-AC79EE6B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118411-544C-6E03-A403-A2565E2A3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A15AA7-D61B-42C9-27D2-684F00169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522552-D613-01C3-3344-F0805F9F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5F566-9EDE-5D2A-0D84-A99A8F6A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9AED6-50DF-2CD8-066A-15CA1634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3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7F171-474C-6E42-F71D-78EFDA02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6CE27A-412D-1C3F-2937-C18EA2D0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2C8B41-B156-175B-EFC7-B94B4AD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8C3579-6DAD-D78A-6348-AA48A40D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3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90DF13-956E-33CC-B843-737C87EF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5AD2F4-EF20-EF17-A0B1-B83CDA3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3C362-6D0A-3DAF-511D-B939EBB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F462-5064-07A9-E056-22A919A3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DE924-1345-7564-D62A-67EF51B2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1491E-2CB8-533D-E42B-14E47BC93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B8760D-BED3-DF01-2C76-2695FE5F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78597-1A1E-9B23-6F00-ED2E7123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A5901C-1D6F-B7F5-FB39-11D325B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4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68704-7ECE-ACAF-F0AB-17A9F402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301BB7-3593-3060-DEA5-A8CFA8306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2B354F-4BBC-7E43-0BED-E0582AD41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F92235-F038-8DB0-E383-BAEF4862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51FA68-8DCB-10BD-B1AB-8C59117F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28A7AE-FC82-901B-72F7-0E8BB49E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8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F6DB-3DBF-5D45-7E24-C404338B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BA3E4-83DA-9F08-A16A-18F6F614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D8DB8E-88EC-F263-6C6B-7E24BF2E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4213A-63F7-CF5D-40CF-77E5F32C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221C2-0B1E-3859-6AC6-E452A844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7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3D4324-DB83-BE56-DACB-746B7B0BB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845340-1BEB-E3D3-3348-8264A6AB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D225FD-5943-7C46-A883-A59797C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2AF10-6CDC-8B29-70B3-1D0188C6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62EF7-81F7-41E1-2545-62957B37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0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E90FA8-D859-46BD-3E17-0F4DB68A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E99ED-56D5-DC60-B5BD-1E5115FEB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C139E-7A1B-2D0F-263A-EBF0211D2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6/29/2025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21B1F-15AD-AE69-D2F1-A5DDBB56A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233FE-000C-4643-3BD4-9FD2456B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47423" y="2061662"/>
            <a:ext cx="9416262" cy="181264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709136" algn="just"/>
            <a:endParaRPr lang="pt-PT" sz="1350" b="1" dirty="0">
              <a:latin typeface="Times New Roman"/>
              <a:cs typeface="Times New Roman"/>
            </a:endParaRP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</a:p>
          <a:p>
            <a:r>
              <a:rPr lang="pt-P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título não deve ter mais de 15 palavras</a:t>
            </a:r>
            <a:endParaRPr lang="pt-P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209060"/>
            <a:ext cx="10113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</a:t>
            </a: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Docente da disciplina de Teste e Qualidade de Software</a:t>
            </a:r>
          </a:p>
          <a:p>
            <a:pPr>
              <a:lnSpc>
                <a:spcPct val="150000"/>
              </a:lnSpc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MSc. Armindo Victorino Paciência, Eng.º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8" y="245003"/>
            <a:ext cx="2760975" cy="1630932"/>
          </a:xfrm>
          <a:prstGeom prst="rect">
            <a:avLst/>
          </a:prstGeom>
        </p:spPr>
      </p:pic>
      <p:grpSp>
        <p:nvGrpSpPr>
          <p:cNvPr id="10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11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12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13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026" name="Picture 2" descr="Desenvolver software com qualidade demora? - Guia de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414" y="142363"/>
            <a:ext cx="2573518" cy="15921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923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Contextualização</a:t>
            </a: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</a:t>
            </a:r>
          </a:p>
          <a:p>
            <a:pPr marL="0" indent="0">
              <a:buNone/>
            </a:pPr>
            <a:r>
              <a:rPr lang="pt-PT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7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8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9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983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Objectivos</a:t>
            </a: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202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etodologia utilizadas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 ou formas e explicar 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236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Tecnologias empregues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 ou formas e explicar 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151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Padrões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3704734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Fundamentar 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57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Ferramentas de Teste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Fundamentar para posterior demonstrar  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704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Diagrama de classes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 ou formas e explicar 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642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Casos de Teste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101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Casos de Teste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157220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Xxxxxxxxxxxxxxxxxxxxxxxxxxxx</a:t>
            </a:r>
          </a:p>
          <a:p>
            <a:pPr marL="0" indent="0">
              <a:buNone/>
            </a:pP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PT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Nota 1</a:t>
            </a: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introdução até aqui máximo 5 minutos...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215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Sistema Proposto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Minimizas e faça a demonstração do uso do sistema proposto...</a:t>
            </a: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Minimo 3 miniutos e máximo 5 minutos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715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Teste da Ferramenta de Teste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Minimizas e faça a demonstração do uso da ferramenta de teste...</a:t>
            </a:r>
          </a:p>
          <a:p>
            <a:pPr marL="0" indent="0">
              <a:buNone/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Minimo 3 miniutos e máximo 5 minutos</a:t>
            </a:r>
          </a:p>
          <a:p>
            <a:pPr marL="0" indent="0">
              <a:buNone/>
            </a:pPr>
            <a:endParaRPr lang="pt-PT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405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Conclusões gerais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 ou formas e explicar xxxxxxxxxxxxxxxxxxxxxxxxxxxxxxxxxxxxx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38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Sugestões </a:t>
            </a:r>
            <a:endParaRPr lang="pt-P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350935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Colocar imagem ou formas e explicar xxxxxxxxxxxxxxxxxxxxxxxxxxxxxxxxxxxxx</a:t>
            </a:r>
          </a:p>
          <a:p>
            <a:pPr marL="0" indent="0">
              <a:buNone/>
            </a:pP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Nota 2: Toda apresentação não poderá ser mais de 20 minutos e nem menos de 15 minutos.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653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3600" b="1" dirty="0"/>
              <a:t/>
            </a:r>
            <a:br>
              <a:rPr lang="pt-PT" sz="3600" b="1" dirty="0"/>
            </a:br>
            <a: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209060"/>
            <a:ext cx="10113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</a:t>
            </a: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Docente da disciplina de Teste e Qualidade de Software</a:t>
            </a:r>
          </a:p>
          <a:p>
            <a:pPr>
              <a:lnSpc>
                <a:spcPct val="150000"/>
              </a:lnSpc>
            </a:pPr>
            <a:r>
              <a:rPr lang="pt-P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MSc. Armindo Victorino Paciência, Eng.º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8" y="245003"/>
            <a:ext cx="2760975" cy="1630932"/>
          </a:xfrm>
          <a:prstGeom prst="rect">
            <a:avLst/>
          </a:prstGeom>
        </p:spPr>
      </p:pic>
      <p:grpSp>
        <p:nvGrpSpPr>
          <p:cNvPr id="10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11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12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13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026" name="Picture 2" descr="Desenvolver software com qualidade demora? - Guia de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414" y="142363"/>
            <a:ext cx="2573518" cy="15921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1658394" y="2668881"/>
            <a:ext cx="88477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dobe Arabic" panose="02040503050201020203" pitchFamily="18" charset="-78"/>
                <a:cs typeface="Adobe Arabic" panose="02040503050201020203" pitchFamily="18" charset="-78"/>
              </a:rPr>
              <a:t>MUITO   OBRIGADO!</a:t>
            </a:r>
          </a:p>
        </p:txBody>
      </p:sp>
    </p:spTree>
    <p:extLst>
      <p:ext uri="{BB962C8B-B14F-4D97-AF65-F5344CB8AC3E}">
        <p14:creationId xmlns:p14="http://schemas.microsoft.com/office/powerpoint/2010/main" val="4104494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26870</TotalTime>
  <Words>204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Adobe Arabic</vt:lpstr>
      <vt:lpstr>Arial</vt:lpstr>
      <vt:lpstr>Calibri</vt:lpstr>
      <vt:lpstr>Calibri Light</vt:lpstr>
      <vt:lpstr>Times New Roman</vt:lpstr>
      <vt:lpstr>Tema do Office</vt:lpstr>
      <vt:lpstr>           Instituto Superior Politécnico do Bié Departamento de Engenharias Cusrso de Engenharia Informática  </vt:lpstr>
      <vt:lpstr>Introdução</vt:lpstr>
      <vt:lpstr>Introdução</vt:lpstr>
      <vt:lpstr>Metodologia utilizadas</vt:lpstr>
      <vt:lpstr>Tecnologias empregues</vt:lpstr>
      <vt:lpstr>Padrões</vt:lpstr>
      <vt:lpstr>Ferramentas de Teste</vt:lpstr>
      <vt:lpstr>Diagrama de classes</vt:lpstr>
      <vt:lpstr>Casos de Teste</vt:lpstr>
      <vt:lpstr>Casos de Teste</vt:lpstr>
      <vt:lpstr>Sistema Proposto</vt:lpstr>
      <vt:lpstr>Teste da Ferramenta de Teste</vt:lpstr>
      <vt:lpstr>Conclusões gerais</vt:lpstr>
      <vt:lpstr>Sugestões </vt:lpstr>
      <vt:lpstr>           Instituto Superior Politécnico do Bié Departamento de Engenharias Cusrso de Engenharia Informática  </vt:lpstr>
    </vt:vector>
  </TitlesOfParts>
  <Manager>Eng. Mendes Castanheiro António</Manager>
  <Company>MCA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Modelo</dc:title>
  <dc:creator>Wilfredo Falcón</dc:creator>
  <cp:lastModifiedBy>New 830 G7</cp:lastModifiedBy>
  <cp:revision>423</cp:revision>
  <dcterms:created xsi:type="dcterms:W3CDTF">2019-03-17T06:59:11Z</dcterms:created>
  <dcterms:modified xsi:type="dcterms:W3CDTF">2025-06-29T09:38:08Z</dcterms:modified>
</cp:coreProperties>
</file>